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69"/>
  </p:notesMasterIdLst>
  <p:sldIdLst>
    <p:sldId id="256" r:id="rId2"/>
    <p:sldId id="258" r:id="rId3"/>
    <p:sldId id="261" r:id="rId4"/>
    <p:sldId id="262" r:id="rId5"/>
    <p:sldId id="263" r:id="rId6"/>
    <p:sldId id="267" r:id="rId7"/>
    <p:sldId id="315" r:id="rId8"/>
    <p:sldId id="268" r:id="rId9"/>
    <p:sldId id="319" r:id="rId10"/>
    <p:sldId id="320" r:id="rId11"/>
    <p:sldId id="264" r:id="rId12"/>
    <p:sldId id="270" r:id="rId13"/>
    <p:sldId id="322" r:id="rId14"/>
    <p:sldId id="271" r:id="rId15"/>
    <p:sldId id="323" r:id="rId16"/>
    <p:sldId id="324" r:id="rId17"/>
    <p:sldId id="273" r:id="rId18"/>
    <p:sldId id="274" r:id="rId19"/>
    <p:sldId id="272" r:id="rId20"/>
    <p:sldId id="275" r:id="rId21"/>
    <p:sldId id="276" r:id="rId22"/>
    <p:sldId id="266" r:id="rId23"/>
    <p:sldId id="269" r:id="rId24"/>
    <p:sldId id="277" r:id="rId25"/>
    <p:sldId id="280" r:id="rId26"/>
    <p:sldId id="279" r:id="rId27"/>
    <p:sldId id="278" r:id="rId28"/>
    <p:sldId id="281" r:id="rId29"/>
    <p:sldId id="282" r:id="rId30"/>
    <p:sldId id="325" r:id="rId31"/>
    <p:sldId id="283" r:id="rId32"/>
    <p:sldId id="284" r:id="rId33"/>
    <p:sldId id="326" r:id="rId34"/>
    <p:sldId id="257" r:id="rId35"/>
    <p:sldId id="285" r:id="rId36"/>
    <p:sldId id="286" r:id="rId37"/>
    <p:sldId id="287" r:id="rId38"/>
    <p:sldId id="288" r:id="rId39"/>
    <p:sldId id="289" r:id="rId40"/>
    <p:sldId id="290" r:id="rId41"/>
    <p:sldId id="297" r:id="rId42"/>
    <p:sldId id="298" r:id="rId43"/>
    <p:sldId id="299" r:id="rId44"/>
    <p:sldId id="300" r:id="rId45"/>
    <p:sldId id="301" r:id="rId46"/>
    <p:sldId id="292" r:id="rId47"/>
    <p:sldId id="291" r:id="rId48"/>
    <p:sldId id="293" r:id="rId49"/>
    <p:sldId id="294" r:id="rId50"/>
    <p:sldId id="295" r:id="rId51"/>
    <p:sldId id="296" r:id="rId52"/>
    <p:sldId id="316" r:id="rId53"/>
    <p:sldId id="302" r:id="rId54"/>
    <p:sldId id="303" r:id="rId55"/>
    <p:sldId id="260" r:id="rId56"/>
    <p:sldId id="304" r:id="rId57"/>
    <p:sldId id="305" r:id="rId58"/>
    <p:sldId id="306" r:id="rId59"/>
    <p:sldId id="317" r:id="rId60"/>
    <p:sldId id="308" r:id="rId61"/>
    <p:sldId id="307" r:id="rId62"/>
    <p:sldId id="309" r:id="rId63"/>
    <p:sldId id="314" r:id="rId64"/>
    <p:sldId id="310" r:id="rId65"/>
    <p:sldId id="312" r:id="rId66"/>
    <p:sldId id="318" r:id="rId67"/>
    <p:sldId id="313" r:id="rId68"/>
  </p:sldIdLst>
  <p:sldSz cx="12192000" cy="6858000"/>
  <p:notesSz cx="6858000" cy="9947275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1F742D9-45A8-45B6-96EE-5BF141EDB2A3}">
          <p14:sldIdLst>
            <p14:sldId id="256"/>
          </p14:sldIdLst>
        </p14:section>
        <p14:section name="Elektrochemické zdroje" id="{E5BA046A-3E45-4E09-866D-E00EC4F88B9C}">
          <p14:sldIdLst>
            <p14:sldId id="258"/>
            <p14:sldId id="261"/>
            <p14:sldId id="262"/>
            <p14:sldId id="263"/>
            <p14:sldId id="267"/>
            <p14:sldId id="315"/>
            <p14:sldId id="268"/>
          </p14:sldIdLst>
        </p14:section>
        <p14:section name="Primární články" id="{44812455-2880-4C8E-8017-BB8E212A6E9F}">
          <p14:sldIdLst>
            <p14:sldId id="319"/>
            <p14:sldId id="320"/>
            <p14:sldId id="264"/>
            <p14:sldId id="270"/>
            <p14:sldId id="322"/>
            <p14:sldId id="271"/>
          </p14:sldIdLst>
        </p14:section>
        <p14:section name="Sekundární články" id="{861C9A05-4C5D-4C74-92D1-C77603FBE839}">
          <p14:sldIdLst>
            <p14:sldId id="323"/>
            <p14:sldId id="324"/>
            <p14:sldId id="273"/>
            <p14:sldId id="274"/>
            <p14:sldId id="272"/>
            <p14:sldId id="275"/>
            <p14:sldId id="276"/>
            <p14:sldId id="266"/>
            <p14:sldId id="269"/>
            <p14:sldId id="277"/>
            <p14:sldId id="280"/>
            <p14:sldId id="279"/>
            <p14:sldId id="278"/>
            <p14:sldId id="281"/>
            <p14:sldId id="282"/>
            <p14:sldId id="325"/>
            <p14:sldId id="283"/>
            <p14:sldId id="284"/>
            <p14:sldId id="326"/>
          </p14:sldIdLst>
        </p14:section>
        <p14:section name="Napájecí zdroje" id="{809F147C-6E26-4E6E-8CF1-D2E01AB2BA76}">
          <p14:sldIdLst>
            <p14:sldId id="257"/>
            <p14:sldId id="285"/>
            <p14:sldId id="286"/>
            <p14:sldId id="287"/>
            <p14:sldId id="288"/>
          </p14:sldIdLst>
        </p14:section>
        <p14:section name="Stabilizace napětí" id="{A9767792-A6D0-40F0-9BBC-8B7DF3649769}">
          <p14:sldIdLst>
            <p14:sldId id="289"/>
            <p14:sldId id="290"/>
            <p14:sldId id="297"/>
            <p14:sldId id="298"/>
            <p14:sldId id="299"/>
            <p14:sldId id="300"/>
            <p14:sldId id="301"/>
            <p14:sldId id="292"/>
          </p14:sldIdLst>
        </p14:section>
        <p14:section name="Spínané zdroje" id="{2463FD1C-19F3-431A-AD7B-095AAB6AE76B}">
          <p14:sldIdLst>
            <p14:sldId id="291"/>
            <p14:sldId id="293"/>
            <p14:sldId id="294"/>
            <p14:sldId id="295"/>
            <p14:sldId id="296"/>
            <p14:sldId id="316"/>
          </p14:sldIdLst>
        </p14:section>
        <p14:section name="Izolační zdroje" id="{1C8FF406-7D3D-469D-BE84-C085654879F1}">
          <p14:sldIdLst>
            <p14:sldId id="302"/>
            <p14:sldId id="303"/>
          </p14:sldIdLst>
        </p14:section>
        <p14:section name="Záložní napájecí zdroje" id="{053BC95D-6F4D-47B9-AE06-992380C541A5}">
          <p14:sldIdLst>
            <p14:sldId id="260"/>
            <p14:sldId id="304"/>
            <p14:sldId id="305"/>
            <p14:sldId id="306"/>
            <p14:sldId id="317"/>
            <p14:sldId id="308"/>
            <p14:sldId id="307"/>
            <p14:sldId id="309"/>
            <p14:sldId id="314"/>
            <p14:sldId id="310"/>
            <p14:sldId id="312"/>
            <p14:sldId id="318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Styl Středně sytá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2" autoAdjust="0"/>
    <p:restoredTop sz="95827" autoAdjust="0"/>
  </p:normalViewPr>
  <p:slideViewPr>
    <p:cSldViewPr snapToGrid="0">
      <p:cViewPr varScale="1">
        <p:scale>
          <a:sx n="107" d="100"/>
          <a:sy n="107" d="100"/>
        </p:scale>
        <p:origin x="696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kora Jiří (16726)" userId="610bd847-e34d-47cf-bbe4-2934c5d970bb" providerId="ADAL" clId="{D1EFFBB9-47CD-41A1-87C2-D46FDCA77346}"/>
    <pc:docChg chg="modSld">
      <pc:chgData name="Sekora Jiří (16726)" userId="610bd847-e34d-47cf-bbe4-2934c5d970bb" providerId="ADAL" clId="{D1EFFBB9-47CD-41A1-87C2-D46FDCA77346}" dt="2023-10-08T18:49:20.333" v="72" actId="20577"/>
      <pc:docMkLst>
        <pc:docMk/>
      </pc:docMkLst>
      <pc:sldChg chg="modSp mod">
        <pc:chgData name="Sekora Jiří (16726)" userId="610bd847-e34d-47cf-bbe4-2934c5d970bb" providerId="ADAL" clId="{D1EFFBB9-47CD-41A1-87C2-D46FDCA77346}" dt="2023-10-08T18:49:20.333" v="72" actId="20577"/>
        <pc:sldMkLst>
          <pc:docMk/>
          <pc:sldMk cId="4095054297" sldId="256"/>
        </pc:sldMkLst>
        <pc:spChg chg="mod">
          <ac:chgData name="Sekora Jiří (16726)" userId="610bd847-e34d-47cf-bbe4-2934c5d970bb" providerId="ADAL" clId="{D1EFFBB9-47CD-41A1-87C2-D46FDCA77346}" dt="2023-10-08T18:49:20.333" v="72" actId="20577"/>
          <ac:spMkLst>
            <pc:docMk/>
            <pc:sldMk cId="4095054297" sldId="256"/>
            <ac:spMk id="3" creationId="{00000000-0000-0000-0000-000000000000}"/>
          </ac:spMkLst>
        </pc:spChg>
      </pc:sldChg>
      <pc:sldChg chg="modSp mod">
        <pc:chgData name="Sekora Jiří (16726)" userId="610bd847-e34d-47cf-bbe4-2934c5d970bb" providerId="ADAL" clId="{D1EFFBB9-47CD-41A1-87C2-D46FDCA77346}" dt="2023-10-08T18:38:39.401" v="11" actId="20577"/>
        <pc:sldMkLst>
          <pc:docMk/>
          <pc:sldMk cId="2747485851" sldId="268"/>
        </pc:sldMkLst>
        <pc:spChg chg="mod">
          <ac:chgData name="Sekora Jiří (16726)" userId="610bd847-e34d-47cf-bbe4-2934c5d970bb" providerId="ADAL" clId="{D1EFFBB9-47CD-41A1-87C2-D46FDCA77346}" dt="2023-10-08T18:38:39.401" v="11" actId="20577"/>
          <ac:spMkLst>
            <pc:docMk/>
            <pc:sldMk cId="2747485851" sldId="268"/>
            <ac:spMk id="3" creationId="{00000000-0000-0000-0000-000000000000}"/>
          </ac:spMkLst>
        </pc:spChg>
      </pc:sldChg>
      <pc:sldChg chg="modSp mod">
        <pc:chgData name="Sekora Jiří (16726)" userId="610bd847-e34d-47cf-bbe4-2934c5d970bb" providerId="ADAL" clId="{D1EFFBB9-47CD-41A1-87C2-D46FDCA77346}" dt="2023-10-08T18:40:50.536" v="17" actId="20577"/>
        <pc:sldMkLst>
          <pc:docMk/>
          <pc:sldMk cId="3522239192" sldId="285"/>
        </pc:sldMkLst>
        <pc:spChg chg="mod">
          <ac:chgData name="Sekora Jiří (16726)" userId="610bd847-e34d-47cf-bbe4-2934c5d970bb" providerId="ADAL" clId="{D1EFFBB9-47CD-41A1-87C2-D46FDCA77346}" dt="2023-10-08T18:40:50.536" v="17" actId="20577"/>
          <ac:spMkLst>
            <pc:docMk/>
            <pc:sldMk cId="3522239192" sldId="285"/>
            <ac:spMk id="3" creationId="{00000000-0000-0000-0000-000000000000}"/>
          </ac:spMkLst>
        </pc:spChg>
      </pc:sldChg>
      <pc:sldChg chg="modSp mod">
        <pc:chgData name="Sekora Jiří (16726)" userId="610bd847-e34d-47cf-bbe4-2934c5d970bb" providerId="ADAL" clId="{D1EFFBB9-47CD-41A1-87C2-D46FDCA77346}" dt="2023-10-08T18:41:37.411" v="19" actId="20577"/>
        <pc:sldMkLst>
          <pc:docMk/>
          <pc:sldMk cId="1092656499" sldId="287"/>
        </pc:sldMkLst>
        <pc:spChg chg="mod">
          <ac:chgData name="Sekora Jiří (16726)" userId="610bd847-e34d-47cf-bbe4-2934c5d970bb" providerId="ADAL" clId="{D1EFFBB9-47CD-41A1-87C2-D46FDCA77346}" dt="2023-10-08T18:41:37.411" v="19" actId="20577"/>
          <ac:spMkLst>
            <pc:docMk/>
            <pc:sldMk cId="1092656499" sldId="287"/>
            <ac:spMk id="3" creationId="{00000000-0000-0000-0000-000000000000}"/>
          </ac:spMkLst>
        </pc:spChg>
      </pc:sldChg>
      <pc:sldChg chg="modSp mod">
        <pc:chgData name="Sekora Jiří (16726)" userId="610bd847-e34d-47cf-bbe4-2934c5d970bb" providerId="ADAL" clId="{D1EFFBB9-47CD-41A1-87C2-D46FDCA77346}" dt="2023-10-08T18:41:58.152" v="21" actId="20577"/>
        <pc:sldMkLst>
          <pc:docMk/>
          <pc:sldMk cId="1957140788" sldId="288"/>
        </pc:sldMkLst>
        <pc:spChg chg="mod">
          <ac:chgData name="Sekora Jiří (16726)" userId="610bd847-e34d-47cf-bbe4-2934c5d970bb" providerId="ADAL" clId="{D1EFFBB9-47CD-41A1-87C2-D46FDCA77346}" dt="2023-10-08T18:41:58.152" v="21" actId="20577"/>
          <ac:spMkLst>
            <pc:docMk/>
            <pc:sldMk cId="1957140788" sldId="288"/>
            <ac:spMk id="2" creationId="{00000000-0000-0000-0000-000000000000}"/>
          </ac:spMkLst>
        </pc:spChg>
      </pc:sldChg>
      <pc:sldChg chg="modSp mod">
        <pc:chgData name="Sekora Jiří (16726)" userId="610bd847-e34d-47cf-bbe4-2934c5d970bb" providerId="ADAL" clId="{D1EFFBB9-47CD-41A1-87C2-D46FDCA77346}" dt="2023-10-08T18:45:00.766" v="32" actId="20577"/>
        <pc:sldMkLst>
          <pc:docMk/>
          <pc:sldMk cId="1453585187" sldId="290"/>
        </pc:sldMkLst>
        <pc:spChg chg="mod">
          <ac:chgData name="Sekora Jiří (16726)" userId="610bd847-e34d-47cf-bbe4-2934c5d970bb" providerId="ADAL" clId="{D1EFFBB9-47CD-41A1-87C2-D46FDCA77346}" dt="2023-10-08T18:45:00.766" v="32" actId="20577"/>
          <ac:spMkLst>
            <pc:docMk/>
            <pc:sldMk cId="1453585187" sldId="290"/>
            <ac:spMk id="3" creationId="{00000000-0000-0000-0000-000000000000}"/>
          </ac:spMkLst>
        </pc:spChg>
      </pc:sldChg>
      <pc:sldChg chg="modSp mod">
        <pc:chgData name="Sekora Jiří (16726)" userId="610bd847-e34d-47cf-bbe4-2934c5d970bb" providerId="ADAL" clId="{D1EFFBB9-47CD-41A1-87C2-D46FDCA77346}" dt="2023-10-08T18:45:57.321" v="35"/>
        <pc:sldMkLst>
          <pc:docMk/>
          <pc:sldMk cId="2308339290" sldId="293"/>
        </pc:sldMkLst>
        <pc:spChg chg="mod">
          <ac:chgData name="Sekora Jiří (16726)" userId="610bd847-e34d-47cf-bbe4-2934c5d970bb" providerId="ADAL" clId="{D1EFFBB9-47CD-41A1-87C2-D46FDCA77346}" dt="2023-10-08T18:45:57.321" v="35"/>
          <ac:spMkLst>
            <pc:docMk/>
            <pc:sldMk cId="2308339290" sldId="293"/>
            <ac:spMk id="3" creationId="{00000000-0000-0000-0000-000000000000}"/>
          </ac:spMkLst>
        </pc:spChg>
      </pc:sldChg>
      <pc:sldChg chg="modSp mod">
        <pc:chgData name="Sekora Jiří (16726)" userId="610bd847-e34d-47cf-bbe4-2934c5d970bb" providerId="ADAL" clId="{D1EFFBB9-47CD-41A1-87C2-D46FDCA77346}" dt="2023-10-08T18:46:59.338" v="68" actId="20577"/>
        <pc:sldMkLst>
          <pc:docMk/>
          <pc:sldMk cId="875151047" sldId="294"/>
        </pc:sldMkLst>
        <pc:spChg chg="mod">
          <ac:chgData name="Sekora Jiří (16726)" userId="610bd847-e34d-47cf-bbe4-2934c5d970bb" providerId="ADAL" clId="{D1EFFBB9-47CD-41A1-87C2-D46FDCA77346}" dt="2023-10-08T18:46:59.338" v="68" actId="20577"/>
          <ac:spMkLst>
            <pc:docMk/>
            <pc:sldMk cId="875151047" sldId="294"/>
            <ac:spMk id="3" creationId="{00000000-0000-0000-0000-000000000000}"/>
          </ac:spMkLst>
        </pc:spChg>
      </pc:sldChg>
      <pc:sldChg chg="modSp mod">
        <pc:chgData name="Sekora Jiří (16726)" userId="610bd847-e34d-47cf-bbe4-2934c5d970bb" providerId="ADAL" clId="{D1EFFBB9-47CD-41A1-87C2-D46FDCA77346}" dt="2023-10-08T18:43:38.419" v="31" actId="20577"/>
        <pc:sldMkLst>
          <pc:docMk/>
          <pc:sldMk cId="2318709396" sldId="298"/>
        </pc:sldMkLst>
        <pc:spChg chg="mod">
          <ac:chgData name="Sekora Jiří (16726)" userId="610bd847-e34d-47cf-bbe4-2934c5d970bb" providerId="ADAL" clId="{D1EFFBB9-47CD-41A1-87C2-D46FDCA77346}" dt="2023-10-08T18:43:38.419" v="31" actId="20577"/>
          <ac:spMkLst>
            <pc:docMk/>
            <pc:sldMk cId="2318709396" sldId="298"/>
            <ac:spMk id="3" creationId="{00000000-0000-0000-0000-000000000000}"/>
          </ac:spMkLst>
        </pc:spChg>
      </pc:sldChg>
    </pc:docChg>
  </pc:docChgLst>
  <pc:docChgLst>
    <pc:chgData name="Sekora Jiří (16726)" userId="610bd847-e34d-47cf-bbe4-2934c5d970bb" providerId="ADAL" clId="{0CB063D7-DD77-4906-B319-1A2D45E1402D}"/>
    <pc:docChg chg="modSld">
      <pc:chgData name="Sekora Jiří (16726)" userId="610bd847-e34d-47cf-bbe4-2934c5d970bb" providerId="ADAL" clId="{0CB063D7-DD77-4906-B319-1A2D45E1402D}" dt="2021-10-13T19:51:43.227" v="12" actId="20577"/>
      <pc:docMkLst>
        <pc:docMk/>
      </pc:docMkLst>
      <pc:sldChg chg="modSp">
        <pc:chgData name="Sekora Jiří (16726)" userId="610bd847-e34d-47cf-bbe4-2934c5d970bb" providerId="ADAL" clId="{0CB063D7-DD77-4906-B319-1A2D45E1402D}" dt="2021-10-13T17:18:32.240" v="9" actId="20577"/>
        <pc:sldMkLst>
          <pc:docMk/>
          <pc:sldMk cId="4095054297" sldId="256"/>
        </pc:sldMkLst>
        <pc:spChg chg="mod">
          <ac:chgData name="Sekora Jiří (16726)" userId="610bd847-e34d-47cf-bbe4-2934c5d970bb" providerId="ADAL" clId="{0CB063D7-DD77-4906-B319-1A2D45E1402D}" dt="2021-10-13T17:18:32.240" v="9" actId="20577"/>
          <ac:spMkLst>
            <pc:docMk/>
            <pc:sldMk cId="4095054297" sldId="256"/>
            <ac:spMk id="3" creationId="{00000000-0000-0000-0000-000000000000}"/>
          </ac:spMkLst>
        </pc:spChg>
      </pc:sldChg>
      <pc:sldChg chg="modSp">
        <pc:chgData name="Sekora Jiří (16726)" userId="610bd847-e34d-47cf-bbe4-2934c5d970bb" providerId="ADAL" clId="{0CB063D7-DD77-4906-B319-1A2D45E1402D}" dt="2021-10-13T18:16:10" v="10" actId="20577"/>
        <pc:sldMkLst>
          <pc:docMk/>
          <pc:sldMk cId="3361236688" sldId="263"/>
        </pc:sldMkLst>
        <pc:spChg chg="mod">
          <ac:chgData name="Sekora Jiří (16726)" userId="610bd847-e34d-47cf-bbe4-2934c5d970bb" providerId="ADAL" clId="{0CB063D7-DD77-4906-B319-1A2D45E1402D}" dt="2021-10-13T18:16:10" v="10" actId="20577"/>
          <ac:spMkLst>
            <pc:docMk/>
            <pc:sldMk cId="3361236688" sldId="263"/>
            <ac:spMk id="3" creationId="{00000000-0000-0000-0000-000000000000}"/>
          </ac:spMkLst>
        </pc:spChg>
      </pc:sldChg>
      <pc:sldChg chg="modSp">
        <pc:chgData name="Sekora Jiří (16726)" userId="610bd847-e34d-47cf-bbe4-2934c5d970bb" providerId="ADAL" clId="{0CB063D7-DD77-4906-B319-1A2D45E1402D}" dt="2021-10-13T19:51:14.875" v="11" actId="114"/>
        <pc:sldMkLst>
          <pc:docMk/>
          <pc:sldMk cId="1835164722" sldId="274"/>
        </pc:sldMkLst>
        <pc:spChg chg="mod">
          <ac:chgData name="Sekora Jiří (16726)" userId="610bd847-e34d-47cf-bbe4-2934c5d970bb" providerId="ADAL" clId="{0CB063D7-DD77-4906-B319-1A2D45E1402D}" dt="2021-10-13T19:51:14.875" v="11" actId="114"/>
          <ac:spMkLst>
            <pc:docMk/>
            <pc:sldMk cId="1835164722" sldId="274"/>
            <ac:spMk id="3" creationId="{00000000-0000-0000-0000-000000000000}"/>
          </ac:spMkLst>
        </pc:spChg>
      </pc:sldChg>
      <pc:sldChg chg="modSp">
        <pc:chgData name="Sekora Jiří (16726)" userId="610bd847-e34d-47cf-bbe4-2934c5d970bb" providerId="ADAL" clId="{0CB063D7-DD77-4906-B319-1A2D45E1402D}" dt="2021-10-13T19:51:43.227" v="12" actId="20577"/>
        <pc:sldMkLst>
          <pc:docMk/>
          <pc:sldMk cId="1262938320" sldId="281"/>
        </pc:sldMkLst>
        <pc:spChg chg="mod">
          <ac:chgData name="Sekora Jiří (16726)" userId="610bd847-e34d-47cf-bbe4-2934c5d970bb" providerId="ADAL" clId="{0CB063D7-DD77-4906-B319-1A2D45E1402D}" dt="2021-10-13T19:51:43.227" v="12" actId="20577"/>
          <ac:spMkLst>
            <pc:docMk/>
            <pc:sldMk cId="1262938320" sldId="281"/>
            <ac:spMk id="3" creationId="{00000000-0000-0000-0000-000000000000}"/>
          </ac:spMkLst>
        </pc:spChg>
      </pc:sldChg>
    </pc:docChg>
  </pc:docChgLst>
  <pc:docChgLst>
    <pc:chgData name="Králík Martin (133972)" userId="b57e4bde-afd4-4b65-ad1f-59324e7702da" providerId="ADAL" clId="{C6F1DF4B-AF7A-544A-BA07-CA67B6030EC7}"/>
    <pc:docChg chg="delSld modSld sldOrd modSection">
      <pc:chgData name="Králík Martin (133972)" userId="b57e4bde-afd4-4b65-ad1f-59324e7702da" providerId="ADAL" clId="{C6F1DF4B-AF7A-544A-BA07-CA67B6030EC7}" dt="2024-10-06T19:29:18.735" v="23" actId="20577"/>
      <pc:docMkLst>
        <pc:docMk/>
      </pc:docMkLst>
      <pc:sldChg chg="modSp mod">
        <pc:chgData name="Králík Martin (133972)" userId="b57e4bde-afd4-4b65-ad1f-59324e7702da" providerId="ADAL" clId="{C6F1DF4B-AF7A-544A-BA07-CA67B6030EC7}" dt="2024-10-04T18:36:26.169" v="18" actId="20577"/>
        <pc:sldMkLst>
          <pc:docMk/>
          <pc:sldMk cId="4095054297" sldId="256"/>
        </pc:sldMkLst>
        <pc:spChg chg="mod">
          <ac:chgData name="Králík Martin (133972)" userId="b57e4bde-afd4-4b65-ad1f-59324e7702da" providerId="ADAL" clId="{C6F1DF4B-AF7A-544A-BA07-CA67B6030EC7}" dt="2024-10-04T18:36:26.169" v="18" actId="20577"/>
          <ac:spMkLst>
            <pc:docMk/>
            <pc:sldMk cId="4095054297" sldId="256"/>
            <ac:spMk id="3" creationId="{00000000-0000-0000-0000-000000000000}"/>
          </ac:spMkLst>
        </pc:spChg>
      </pc:sldChg>
      <pc:sldChg chg="modSp mod">
        <pc:chgData name="Králík Martin (133972)" userId="b57e4bde-afd4-4b65-ad1f-59324e7702da" providerId="ADAL" clId="{C6F1DF4B-AF7A-544A-BA07-CA67B6030EC7}" dt="2024-10-06T19:02:17.339" v="20" actId="20577"/>
        <pc:sldMkLst>
          <pc:docMk/>
          <pc:sldMk cId="2258150993" sldId="271"/>
        </pc:sldMkLst>
        <pc:spChg chg="mod">
          <ac:chgData name="Králík Martin (133972)" userId="b57e4bde-afd4-4b65-ad1f-59324e7702da" providerId="ADAL" clId="{C6F1DF4B-AF7A-544A-BA07-CA67B6030EC7}" dt="2024-10-06T19:02:17.339" v="20" actId="20577"/>
          <ac:spMkLst>
            <pc:docMk/>
            <pc:sldMk cId="2258150993" sldId="271"/>
            <ac:spMk id="3" creationId="{00000000-0000-0000-0000-000000000000}"/>
          </ac:spMkLst>
        </pc:spChg>
      </pc:sldChg>
      <pc:sldChg chg="ord">
        <pc:chgData name="Králík Martin (133972)" userId="b57e4bde-afd4-4b65-ad1f-59324e7702da" providerId="ADAL" clId="{C6F1DF4B-AF7A-544A-BA07-CA67B6030EC7}" dt="2024-10-06T19:18:04.012" v="21" actId="20578"/>
        <pc:sldMkLst>
          <pc:docMk/>
          <pc:sldMk cId="146234966" sldId="307"/>
        </pc:sldMkLst>
      </pc:sldChg>
      <pc:sldChg chg="ord">
        <pc:chgData name="Králík Martin (133972)" userId="b57e4bde-afd4-4b65-ad1f-59324e7702da" providerId="ADAL" clId="{C6F1DF4B-AF7A-544A-BA07-CA67B6030EC7}" dt="2024-10-06T19:18:04.012" v="21" actId="20578"/>
        <pc:sldMkLst>
          <pc:docMk/>
          <pc:sldMk cId="3465881843" sldId="309"/>
        </pc:sldMkLst>
      </pc:sldChg>
      <pc:sldChg chg="del">
        <pc:chgData name="Králík Martin (133972)" userId="b57e4bde-afd4-4b65-ad1f-59324e7702da" providerId="ADAL" clId="{C6F1DF4B-AF7A-544A-BA07-CA67B6030EC7}" dt="2024-10-06T19:29:09.933" v="22" actId="2696"/>
        <pc:sldMkLst>
          <pc:docMk/>
          <pc:sldMk cId="3220300501" sldId="311"/>
        </pc:sldMkLst>
      </pc:sldChg>
      <pc:sldChg chg="modSp mod">
        <pc:chgData name="Králík Martin (133972)" userId="b57e4bde-afd4-4b65-ad1f-59324e7702da" providerId="ADAL" clId="{C6F1DF4B-AF7A-544A-BA07-CA67B6030EC7}" dt="2024-10-06T19:29:18.735" v="23" actId="20577"/>
        <pc:sldMkLst>
          <pc:docMk/>
          <pc:sldMk cId="2275531328" sldId="317"/>
        </pc:sldMkLst>
        <pc:spChg chg="mod">
          <ac:chgData name="Králík Martin (133972)" userId="b57e4bde-afd4-4b65-ad1f-59324e7702da" providerId="ADAL" clId="{C6F1DF4B-AF7A-544A-BA07-CA67B6030EC7}" dt="2024-10-06T19:29:18.735" v="23" actId="20577"/>
          <ac:spMkLst>
            <pc:docMk/>
            <pc:sldMk cId="2275531328" sldId="317"/>
            <ac:spMk id="3" creationId="{00000000-0000-0000-0000-000000000000}"/>
          </ac:spMkLst>
        </pc:spChg>
      </pc:sldChg>
    </pc:docChg>
  </pc:docChgLst>
  <pc:docChgLst>
    <pc:chgData name="Sekora Jiří (16726)" userId="610bd847-e34d-47cf-bbe4-2934c5d970bb" providerId="ADAL" clId="{90579309-8497-43DA-9166-8204F36775E9}"/>
    <pc:docChg chg="modSld">
      <pc:chgData name="Sekora Jiří (16726)" userId="610bd847-e34d-47cf-bbe4-2934c5d970bb" providerId="ADAL" clId="{90579309-8497-43DA-9166-8204F36775E9}" dt="2022-10-10T05:06:46.460" v="308"/>
      <pc:docMkLst>
        <pc:docMk/>
      </pc:docMkLst>
      <pc:sldChg chg="modSp mod">
        <pc:chgData name="Sekora Jiří (16726)" userId="610bd847-e34d-47cf-bbe4-2934c5d970bb" providerId="ADAL" clId="{90579309-8497-43DA-9166-8204F36775E9}" dt="2022-10-09T18:43:19.476" v="3" actId="20577"/>
        <pc:sldMkLst>
          <pc:docMk/>
          <pc:sldMk cId="4095054297" sldId="256"/>
        </pc:sldMkLst>
        <pc:spChg chg="mod">
          <ac:chgData name="Sekora Jiří (16726)" userId="610bd847-e34d-47cf-bbe4-2934c5d970bb" providerId="ADAL" clId="{90579309-8497-43DA-9166-8204F36775E9}" dt="2022-10-09T18:43:19.476" v="3" actId="20577"/>
          <ac:spMkLst>
            <pc:docMk/>
            <pc:sldMk cId="4095054297" sldId="256"/>
            <ac:spMk id="3" creationId="{00000000-0000-0000-0000-000000000000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08" v="138"/>
        <pc:sldMkLst>
          <pc:docMk/>
          <pc:sldMk cId="4168238901" sldId="257"/>
        </pc:sldMkLst>
        <pc:spChg chg="add mod">
          <ac:chgData name="Sekora Jiří (16726)" userId="610bd847-e34d-47cf-bbe4-2934c5d970bb" providerId="ADAL" clId="{90579309-8497-43DA-9166-8204F36775E9}" dt="2022-10-10T05:06:46.208" v="138"/>
          <ac:spMkLst>
            <pc:docMk/>
            <pc:sldMk cId="4168238901" sldId="257"/>
            <ac:spMk id="3" creationId="{21DBB548-DA4D-0E2E-A5BA-037FDB65AD9F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043" v="8"/>
        <pc:sldMkLst>
          <pc:docMk/>
          <pc:sldMk cId="62488222" sldId="258"/>
        </pc:sldMkLst>
        <pc:spChg chg="add mod">
          <ac:chgData name="Sekora Jiří (16726)" userId="610bd847-e34d-47cf-bbe4-2934c5d970bb" providerId="ADAL" clId="{90579309-8497-43DA-9166-8204F36775E9}" dt="2022-10-10T05:06:46.043" v="8"/>
          <ac:spMkLst>
            <pc:docMk/>
            <pc:sldMk cId="62488222" sldId="258"/>
            <ac:spMk id="3" creationId="{1434F989-2839-3C95-811D-23FF536E7610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337" v="243"/>
        <pc:sldMkLst>
          <pc:docMk/>
          <pc:sldMk cId="2487726120" sldId="260"/>
        </pc:sldMkLst>
        <pc:spChg chg="add mod">
          <ac:chgData name="Sekora Jiří (16726)" userId="610bd847-e34d-47cf-bbe4-2934c5d970bb" providerId="ADAL" clId="{90579309-8497-43DA-9166-8204F36775E9}" dt="2022-10-10T05:06:46.337" v="243"/>
          <ac:spMkLst>
            <pc:docMk/>
            <pc:sldMk cId="2487726120" sldId="260"/>
            <ac:spMk id="3" creationId="{138479B4-3F30-181C-59FF-40CA1130B8CB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056" v="13"/>
        <pc:sldMkLst>
          <pc:docMk/>
          <pc:sldMk cId="1545293503" sldId="261"/>
        </pc:sldMkLst>
        <pc:spChg chg="add mod">
          <ac:chgData name="Sekora Jiří (16726)" userId="610bd847-e34d-47cf-bbe4-2934c5d970bb" providerId="ADAL" clId="{90579309-8497-43DA-9166-8204F36775E9}" dt="2022-10-10T05:06:46.056" v="13"/>
          <ac:spMkLst>
            <pc:docMk/>
            <pc:sldMk cId="1545293503" sldId="261"/>
            <ac:spMk id="4" creationId="{8047D6EA-0407-EF09-31D9-1E24B1A05B3A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066" v="18"/>
        <pc:sldMkLst>
          <pc:docMk/>
          <pc:sldMk cId="329773402" sldId="262"/>
        </pc:sldMkLst>
        <pc:spChg chg="add mod">
          <ac:chgData name="Sekora Jiří (16726)" userId="610bd847-e34d-47cf-bbe4-2934c5d970bb" providerId="ADAL" clId="{90579309-8497-43DA-9166-8204F36775E9}" dt="2022-10-10T05:06:46.066" v="18"/>
          <ac:spMkLst>
            <pc:docMk/>
            <pc:sldMk cId="329773402" sldId="262"/>
            <ac:spMk id="5" creationId="{5C98484E-DFB0-A635-4291-CA128A919E6B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066" v="23"/>
        <pc:sldMkLst>
          <pc:docMk/>
          <pc:sldMk cId="3361236688" sldId="263"/>
        </pc:sldMkLst>
        <pc:spChg chg="add mod">
          <ac:chgData name="Sekora Jiří (16726)" userId="610bd847-e34d-47cf-bbe4-2934c5d970bb" providerId="ADAL" clId="{90579309-8497-43DA-9166-8204F36775E9}" dt="2022-10-10T05:06:46.066" v="23"/>
          <ac:spMkLst>
            <pc:docMk/>
            <pc:sldMk cId="3361236688" sldId="263"/>
            <ac:spMk id="5" creationId="{FD9E1631-E4E4-8B2B-EE3D-5EF662BCE356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076" v="28"/>
        <pc:sldMkLst>
          <pc:docMk/>
          <pc:sldMk cId="1722589077" sldId="264"/>
        </pc:sldMkLst>
        <pc:spChg chg="add mod">
          <ac:chgData name="Sekora Jiří (16726)" userId="610bd847-e34d-47cf-bbe4-2934c5d970bb" providerId="ADAL" clId="{90579309-8497-43DA-9166-8204F36775E9}" dt="2022-10-10T05:06:46.076" v="28"/>
          <ac:spMkLst>
            <pc:docMk/>
            <pc:sldMk cId="1722589077" sldId="264"/>
            <ac:spMk id="6" creationId="{F62932DE-950F-DC26-6965-DC104DF6AA6D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084" v="33"/>
        <pc:sldMkLst>
          <pc:docMk/>
          <pc:sldMk cId="36659725" sldId="265"/>
        </pc:sldMkLst>
        <pc:spChg chg="add mod">
          <ac:chgData name="Sekora Jiří (16726)" userId="610bd847-e34d-47cf-bbe4-2934c5d970bb" providerId="ADAL" clId="{90579309-8497-43DA-9166-8204F36775E9}" dt="2022-10-10T05:06:46.084" v="33"/>
          <ac:spMkLst>
            <pc:docMk/>
            <pc:sldMk cId="36659725" sldId="265"/>
            <ac:spMk id="5" creationId="{F8B1156C-8B09-A9A6-76B8-D90287D24758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086" v="38"/>
        <pc:sldMkLst>
          <pc:docMk/>
          <pc:sldMk cId="3518857214" sldId="266"/>
        </pc:sldMkLst>
        <pc:spChg chg="add mod">
          <ac:chgData name="Sekora Jiří (16726)" userId="610bd847-e34d-47cf-bbe4-2934c5d970bb" providerId="ADAL" clId="{90579309-8497-43DA-9166-8204F36775E9}" dt="2022-10-10T05:06:46.086" v="38"/>
          <ac:spMkLst>
            <pc:docMk/>
            <pc:sldMk cId="3518857214" sldId="266"/>
            <ac:spMk id="5" creationId="{BCFF16CE-4C18-7E9D-5CBC-B8FC7B73731F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096" v="43"/>
        <pc:sldMkLst>
          <pc:docMk/>
          <pc:sldMk cId="1560321228" sldId="267"/>
        </pc:sldMkLst>
        <pc:spChg chg="add mod">
          <ac:chgData name="Sekora Jiří (16726)" userId="610bd847-e34d-47cf-bbe4-2934c5d970bb" providerId="ADAL" clId="{90579309-8497-43DA-9166-8204F36775E9}" dt="2022-10-10T05:06:46.096" v="43"/>
          <ac:spMkLst>
            <pc:docMk/>
            <pc:sldMk cId="1560321228" sldId="267"/>
            <ac:spMk id="4" creationId="{9D9C1EEF-6D23-09D8-1B16-D5C42A2F8C7D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06" v="53"/>
        <pc:sldMkLst>
          <pc:docMk/>
          <pc:sldMk cId="2747485851" sldId="268"/>
        </pc:sldMkLst>
        <pc:spChg chg="add mod">
          <ac:chgData name="Sekora Jiří (16726)" userId="610bd847-e34d-47cf-bbe4-2934c5d970bb" providerId="ADAL" clId="{90579309-8497-43DA-9166-8204F36775E9}" dt="2022-10-10T05:06:46.106" v="53"/>
          <ac:spMkLst>
            <pc:docMk/>
            <pc:sldMk cId="2747485851" sldId="268"/>
            <ac:spMk id="4" creationId="{1107D27D-0EC8-2F12-4BBA-D66BF37B5E0F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14" v="58"/>
        <pc:sldMkLst>
          <pc:docMk/>
          <pc:sldMk cId="3756084827" sldId="269"/>
        </pc:sldMkLst>
        <pc:spChg chg="add mod">
          <ac:chgData name="Sekora Jiří (16726)" userId="610bd847-e34d-47cf-bbe4-2934c5d970bb" providerId="ADAL" clId="{90579309-8497-43DA-9166-8204F36775E9}" dt="2022-10-10T05:06:46.114" v="58"/>
          <ac:spMkLst>
            <pc:docMk/>
            <pc:sldMk cId="3756084827" sldId="269"/>
            <ac:spMk id="3" creationId="{DB155E13-DC5D-84D4-A5AC-41C2F390E4FC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16" v="63"/>
        <pc:sldMkLst>
          <pc:docMk/>
          <pc:sldMk cId="2635931138" sldId="270"/>
        </pc:sldMkLst>
        <pc:spChg chg="add mod">
          <ac:chgData name="Sekora Jiří (16726)" userId="610bd847-e34d-47cf-bbe4-2934c5d970bb" providerId="ADAL" clId="{90579309-8497-43DA-9166-8204F36775E9}" dt="2022-10-10T05:06:46.116" v="63"/>
          <ac:spMkLst>
            <pc:docMk/>
            <pc:sldMk cId="2635931138" sldId="270"/>
            <ac:spMk id="3" creationId="{711E8426-9E7E-6F94-9148-907A5346EEED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26" v="68"/>
        <pc:sldMkLst>
          <pc:docMk/>
          <pc:sldMk cId="2258150993" sldId="271"/>
        </pc:sldMkLst>
        <pc:spChg chg="add mod">
          <ac:chgData name="Sekora Jiří (16726)" userId="610bd847-e34d-47cf-bbe4-2934c5d970bb" providerId="ADAL" clId="{90579309-8497-43DA-9166-8204F36775E9}" dt="2022-10-10T05:06:46.126" v="68"/>
          <ac:spMkLst>
            <pc:docMk/>
            <pc:sldMk cId="2258150993" sldId="271"/>
            <ac:spMk id="6" creationId="{63F3AF28-13B3-7035-C0AF-D8290257AC36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26" v="73"/>
        <pc:sldMkLst>
          <pc:docMk/>
          <pc:sldMk cId="3254689621" sldId="272"/>
        </pc:sldMkLst>
        <pc:spChg chg="add mod">
          <ac:chgData name="Sekora Jiří (16726)" userId="610bd847-e34d-47cf-bbe4-2934c5d970bb" providerId="ADAL" clId="{90579309-8497-43DA-9166-8204F36775E9}" dt="2022-10-10T05:06:46.126" v="73"/>
          <ac:spMkLst>
            <pc:docMk/>
            <pc:sldMk cId="3254689621" sldId="272"/>
            <ac:spMk id="5" creationId="{4BC971C0-C7D6-037A-76E4-595A98FE3371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37" v="78"/>
        <pc:sldMkLst>
          <pc:docMk/>
          <pc:sldMk cId="270744672" sldId="273"/>
        </pc:sldMkLst>
        <pc:spChg chg="add mod">
          <ac:chgData name="Sekora Jiří (16726)" userId="610bd847-e34d-47cf-bbe4-2934c5d970bb" providerId="ADAL" clId="{90579309-8497-43DA-9166-8204F36775E9}" dt="2022-10-10T05:06:46.137" v="78"/>
          <ac:spMkLst>
            <pc:docMk/>
            <pc:sldMk cId="270744672" sldId="273"/>
            <ac:spMk id="6" creationId="{8FE0E080-0F1D-3D94-346C-65E6575277D7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45" v="83"/>
        <pc:sldMkLst>
          <pc:docMk/>
          <pc:sldMk cId="1835164722" sldId="274"/>
        </pc:sldMkLst>
        <pc:spChg chg="add mod">
          <ac:chgData name="Sekora Jiří (16726)" userId="610bd847-e34d-47cf-bbe4-2934c5d970bb" providerId="ADAL" clId="{90579309-8497-43DA-9166-8204F36775E9}" dt="2022-10-10T05:06:46.145" v="83"/>
          <ac:spMkLst>
            <pc:docMk/>
            <pc:sldMk cId="1835164722" sldId="274"/>
            <ac:spMk id="5" creationId="{DCAC9DB5-4D2B-5DC1-3185-CB19B918C8F7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47" v="88"/>
        <pc:sldMkLst>
          <pc:docMk/>
          <pc:sldMk cId="2107672402" sldId="275"/>
        </pc:sldMkLst>
        <pc:spChg chg="add mod">
          <ac:chgData name="Sekora Jiří (16726)" userId="610bd847-e34d-47cf-bbe4-2934c5d970bb" providerId="ADAL" clId="{90579309-8497-43DA-9166-8204F36775E9}" dt="2022-10-10T05:06:46.147" v="88"/>
          <ac:spMkLst>
            <pc:docMk/>
            <pc:sldMk cId="2107672402" sldId="275"/>
            <ac:spMk id="3" creationId="{3C5A4E93-028F-7471-A398-A388BE1F89C0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56" v="93"/>
        <pc:sldMkLst>
          <pc:docMk/>
          <pc:sldMk cId="4158339404" sldId="276"/>
        </pc:sldMkLst>
        <pc:spChg chg="add mod">
          <ac:chgData name="Sekora Jiří (16726)" userId="610bd847-e34d-47cf-bbe4-2934c5d970bb" providerId="ADAL" clId="{90579309-8497-43DA-9166-8204F36775E9}" dt="2022-10-10T05:06:46.156" v="93"/>
          <ac:spMkLst>
            <pc:docMk/>
            <pc:sldMk cId="4158339404" sldId="276"/>
            <ac:spMk id="6" creationId="{2F704285-5560-A5AE-E258-2DBAEE4C7069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63" v="98"/>
        <pc:sldMkLst>
          <pc:docMk/>
          <pc:sldMk cId="2145587206" sldId="277"/>
        </pc:sldMkLst>
        <pc:spChg chg="add mod">
          <ac:chgData name="Sekora Jiří (16726)" userId="610bd847-e34d-47cf-bbe4-2934c5d970bb" providerId="ADAL" clId="{90579309-8497-43DA-9166-8204F36775E9}" dt="2022-10-10T05:06:46.163" v="98"/>
          <ac:spMkLst>
            <pc:docMk/>
            <pc:sldMk cId="2145587206" sldId="277"/>
            <ac:spMk id="3" creationId="{068FDF35-7D76-D7B9-CD34-FA8D0E2B1730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78" v="113"/>
        <pc:sldMkLst>
          <pc:docMk/>
          <pc:sldMk cId="2323847383" sldId="278"/>
        </pc:sldMkLst>
        <pc:spChg chg="add mod">
          <ac:chgData name="Sekora Jiří (16726)" userId="610bd847-e34d-47cf-bbe4-2934c5d970bb" providerId="ADAL" clId="{90579309-8497-43DA-9166-8204F36775E9}" dt="2022-10-10T05:06:46.178" v="113"/>
          <ac:spMkLst>
            <pc:docMk/>
            <pc:sldMk cId="2323847383" sldId="278"/>
            <ac:spMk id="6" creationId="{EB89DC5C-1A54-A52D-F998-0E4F746AC391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76" v="108"/>
        <pc:sldMkLst>
          <pc:docMk/>
          <pc:sldMk cId="1770809967" sldId="279"/>
        </pc:sldMkLst>
        <pc:spChg chg="add mod">
          <ac:chgData name="Sekora Jiří (16726)" userId="610bd847-e34d-47cf-bbe4-2934c5d970bb" providerId="ADAL" clId="{90579309-8497-43DA-9166-8204F36775E9}" dt="2022-10-10T05:06:46.176" v="108"/>
          <ac:spMkLst>
            <pc:docMk/>
            <pc:sldMk cId="1770809967" sldId="279"/>
            <ac:spMk id="3" creationId="{AF2E0D87-5849-FF7A-4742-0A0CE0405D99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70" v="103"/>
        <pc:sldMkLst>
          <pc:docMk/>
          <pc:sldMk cId="2210504784" sldId="280"/>
        </pc:sldMkLst>
        <pc:spChg chg="add mod">
          <ac:chgData name="Sekora Jiří (16726)" userId="610bd847-e34d-47cf-bbe4-2934c5d970bb" providerId="ADAL" clId="{90579309-8497-43DA-9166-8204F36775E9}" dt="2022-10-10T05:06:46.170" v="103"/>
          <ac:spMkLst>
            <pc:docMk/>
            <pc:sldMk cId="2210504784" sldId="280"/>
            <ac:spMk id="3" creationId="{3A32C7ED-5D08-10CE-1C9B-7562B856497C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86" v="118"/>
        <pc:sldMkLst>
          <pc:docMk/>
          <pc:sldMk cId="1262938320" sldId="281"/>
        </pc:sldMkLst>
        <pc:spChg chg="add mod">
          <ac:chgData name="Sekora Jiří (16726)" userId="610bd847-e34d-47cf-bbe4-2934c5d970bb" providerId="ADAL" clId="{90579309-8497-43DA-9166-8204F36775E9}" dt="2022-10-10T05:06:46.186" v="118"/>
          <ac:spMkLst>
            <pc:docMk/>
            <pc:sldMk cId="1262938320" sldId="281"/>
            <ac:spMk id="5" creationId="{9EE04138-8F84-E6C9-8660-673BA3FD1E62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88" v="123"/>
        <pc:sldMkLst>
          <pc:docMk/>
          <pc:sldMk cId="736941418" sldId="282"/>
        </pc:sldMkLst>
        <pc:spChg chg="add mod">
          <ac:chgData name="Sekora Jiří (16726)" userId="610bd847-e34d-47cf-bbe4-2934c5d970bb" providerId="ADAL" clId="{90579309-8497-43DA-9166-8204F36775E9}" dt="2022-10-10T05:06:46.188" v="123"/>
          <ac:spMkLst>
            <pc:docMk/>
            <pc:sldMk cId="736941418" sldId="282"/>
            <ac:spMk id="3" creationId="{9058B344-04D0-E21F-B38C-4CAAD0C4CB97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98" v="128"/>
        <pc:sldMkLst>
          <pc:docMk/>
          <pc:sldMk cId="901614600" sldId="283"/>
        </pc:sldMkLst>
        <pc:spChg chg="add mod">
          <ac:chgData name="Sekora Jiří (16726)" userId="610bd847-e34d-47cf-bbe4-2934c5d970bb" providerId="ADAL" clId="{90579309-8497-43DA-9166-8204F36775E9}" dt="2022-10-10T05:06:46.198" v="128"/>
          <ac:spMkLst>
            <pc:docMk/>
            <pc:sldMk cId="901614600" sldId="283"/>
            <ac:spMk id="5" creationId="{34DB48D2-F2A8-1188-D4AA-93CD4742BA0C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198" v="133"/>
        <pc:sldMkLst>
          <pc:docMk/>
          <pc:sldMk cId="722086355" sldId="284"/>
        </pc:sldMkLst>
        <pc:spChg chg="add mod">
          <ac:chgData name="Sekora Jiří (16726)" userId="610bd847-e34d-47cf-bbe4-2934c5d970bb" providerId="ADAL" clId="{90579309-8497-43DA-9166-8204F36775E9}" dt="2022-10-10T05:06:46.198" v="133"/>
          <ac:spMkLst>
            <pc:docMk/>
            <pc:sldMk cId="722086355" sldId="284"/>
            <ac:spMk id="3" creationId="{96E0F2FA-04B6-2164-919E-FA839EA1ECC1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18" v="143"/>
        <pc:sldMkLst>
          <pc:docMk/>
          <pc:sldMk cId="3522239192" sldId="285"/>
        </pc:sldMkLst>
        <pc:spChg chg="add mod">
          <ac:chgData name="Sekora Jiří (16726)" userId="610bd847-e34d-47cf-bbe4-2934c5d970bb" providerId="ADAL" clId="{90579309-8497-43DA-9166-8204F36775E9}" dt="2022-10-10T05:06:46.218" v="143"/>
          <ac:spMkLst>
            <pc:docMk/>
            <pc:sldMk cId="3522239192" sldId="285"/>
            <ac:spMk id="5" creationId="{4172D270-7D7F-41C3-DD58-8F12B4158E13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18" v="148"/>
        <pc:sldMkLst>
          <pc:docMk/>
          <pc:sldMk cId="2833768529" sldId="286"/>
        </pc:sldMkLst>
        <pc:spChg chg="add mod">
          <ac:chgData name="Sekora Jiří (16726)" userId="610bd847-e34d-47cf-bbe4-2934c5d970bb" providerId="ADAL" clId="{90579309-8497-43DA-9166-8204F36775E9}" dt="2022-10-10T05:06:46.218" v="148"/>
          <ac:spMkLst>
            <pc:docMk/>
            <pc:sldMk cId="2833768529" sldId="286"/>
            <ac:spMk id="5" creationId="{676DAD5E-385D-D125-F121-B54053B20773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28" v="153"/>
        <pc:sldMkLst>
          <pc:docMk/>
          <pc:sldMk cId="1092656499" sldId="287"/>
        </pc:sldMkLst>
        <pc:spChg chg="add mod">
          <ac:chgData name="Sekora Jiří (16726)" userId="610bd847-e34d-47cf-bbe4-2934c5d970bb" providerId="ADAL" clId="{90579309-8497-43DA-9166-8204F36775E9}" dt="2022-10-10T05:06:46.228" v="153"/>
          <ac:spMkLst>
            <pc:docMk/>
            <pc:sldMk cId="1092656499" sldId="287"/>
            <ac:spMk id="4" creationId="{5C89CF9D-321E-7F48-4E0F-70441D0D18B8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36" v="158"/>
        <pc:sldMkLst>
          <pc:docMk/>
          <pc:sldMk cId="1957140788" sldId="288"/>
        </pc:sldMkLst>
        <pc:spChg chg="add mod">
          <ac:chgData name="Sekora Jiří (16726)" userId="610bd847-e34d-47cf-bbe4-2934c5d970bb" providerId="ADAL" clId="{90579309-8497-43DA-9166-8204F36775E9}" dt="2022-10-10T05:06:46.236" v="158"/>
          <ac:spMkLst>
            <pc:docMk/>
            <pc:sldMk cId="1957140788" sldId="288"/>
            <ac:spMk id="3" creationId="{6E7AD0AC-4EDB-D3C5-A908-DF45FC42AD5D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38" v="163"/>
        <pc:sldMkLst>
          <pc:docMk/>
          <pc:sldMk cId="1470244015" sldId="289"/>
        </pc:sldMkLst>
        <pc:spChg chg="add mod">
          <ac:chgData name="Sekora Jiří (16726)" userId="610bd847-e34d-47cf-bbe4-2934c5d970bb" providerId="ADAL" clId="{90579309-8497-43DA-9166-8204F36775E9}" dt="2022-10-10T05:06:46.238" v="163"/>
          <ac:spMkLst>
            <pc:docMk/>
            <pc:sldMk cId="1470244015" sldId="289"/>
            <ac:spMk id="5" creationId="{5A675004-3603-B8B0-7E8C-081647B94A1A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48" v="168"/>
        <pc:sldMkLst>
          <pc:docMk/>
          <pc:sldMk cId="1453585187" sldId="290"/>
        </pc:sldMkLst>
        <pc:spChg chg="add mod">
          <ac:chgData name="Sekora Jiří (16726)" userId="610bd847-e34d-47cf-bbe4-2934c5d970bb" providerId="ADAL" clId="{90579309-8497-43DA-9166-8204F36775E9}" dt="2022-10-10T05:06:46.248" v="168"/>
          <ac:spMkLst>
            <pc:docMk/>
            <pc:sldMk cId="1453585187" sldId="290"/>
            <ac:spMk id="5" creationId="{23F806E9-F07A-C7D4-4FDD-4047382557FD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88" v="203"/>
        <pc:sldMkLst>
          <pc:docMk/>
          <pc:sldMk cId="472665245" sldId="291"/>
        </pc:sldMkLst>
        <pc:spChg chg="add mod">
          <ac:chgData name="Sekora Jiří (16726)" userId="610bd847-e34d-47cf-bbe4-2934c5d970bb" providerId="ADAL" clId="{90579309-8497-43DA-9166-8204F36775E9}" dt="2022-10-10T05:06:46.288" v="203"/>
          <ac:spMkLst>
            <pc:docMk/>
            <pc:sldMk cId="472665245" sldId="291"/>
            <ac:spMk id="5" creationId="{FA3D878E-6D1B-9A55-EE25-788ED1999142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78" v="198"/>
        <pc:sldMkLst>
          <pc:docMk/>
          <pc:sldMk cId="4236047002" sldId="292"/>
        </pc:sldMkLst>
        <pc:spChg chg="add mod">
          <ac:chgData name="Sekora Jiří (16726)" userId="610bd847-e34d-47cf-bbe4-2934c5d970bb" providerId="ADAL" clId="{90579309-8497-43DA-9166-8204F36775E9}" dt="2022-10-10T05:06:46.278" v="198"/>
          <ac:spMkLst>
            <pc:docMk/>
            <pc:sldMk cId="4236047002" sldId="292"/>
            <ac:spMk id="5" creationId="{8BF35D8D-DD68-CFF0-61C0-66F569ABAF9B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88" v="208"/>
        <pc:sldMkLst>
          <pc:docMk/>
          <pc:sldMk cId="2308339290" sldId="293"/>
        </pc:sldMkLst>
        <pc:spChg chg="add mod">
          <ac:chgData name="Sekora Jiří (16726)" userId="610bd847-e34d-47cf-bbe4-2934c5d970bb" providerId="ADAL" clId="{90579309-8497-43DA-9166-8204F36775E9}" dt="2022-10-10T05:06:46.288" v="208"/>
          <ac:spMkLst>
            <pc:docMk/>
            <pc:sldMk cId="2308339290" sldId="293"/>
            <ac:spMk id="5" creationId="{8D58B5DC-22A5-4186-E64A-CCB5A58E89C7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98" v="213"/>
        <pc:sldMkLst>
          <pc:docMk/>
          <pc:sldMk cId="875151047" sldId="294"/>
        </pc:sldMkLst>
        <pc:spChg chg="add mod">
          <ac:chgData name="Sekora Jiří (16726)" userId="610bd847-e34d-47cf-bbe4-2934c5d970bb" providerId="ADAL" clId="{90579309-8497-43DA-9166-8204F36775E9}" dt="2022-10-10T05:06:46.298" v="213"/>
          <ac:spMkLst>
            <pc:docMk/>
            <pc:sldMk cId="875151047" sldId="294"/>
            <ac:spMk id="5" creationId="{F1FC7DC1-BF98-3802-0C95-062A61776200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306" v="218"/>
        <pc:sldMkLst>
          <pc:docMk/>
          <pc:sldMk cId="3624443044" sldId="295"/>
        </pc:sldMkLst>
        <pc:spChg chg="add mod">
          <ac:chgData name="Sekora Jiří (16726)" userId="610bd847-e34d-47cf-bbe4-2934c5d970bb" providerId="ADAL" clId="{90579309-8497-43DA-9166-8204F36775E9}" dt="2022-10-10T05:06:46.306" v="218"/>
          <ac:spMkLst>
            <pc:docMk/>
            <pc:sldMk cId="3624443044" sldId="295"/>
            <ac:spMk id="5" creationId="{4A929BEC-543A-08F9-DA96-E6AC1E6C9538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308" v="223"/>
        <pc:sldMkLst>
          <pc:docMk/>
          <pc:sldMk cId="384061613" sldId="296"/>
        </pc:sldMkLst>
        <pc:spChg chg="add mod">
          <ac:chgData name="Sekora Jiří (16726)" userId="610bd847-e34d-47cf-bbe4-2934c5d970bb" providerId="ADAL" clId="{90579309-8497-43DA-9166-8204F36775E9}" dt="2022-10-10T05:06:46.308" v="223"/>
          <ac:spMkLst>
            <pc:docMk/>
            <pc:sldMk cId="384061613" sldId="296"/>
            <ac:spMk id="5" creationId="{C5C5F172-A97A-A856-4639-EBF0F484B624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48" v="173"/>
        <pc:sldMkLst>
          <pc:docMk/>
          <pc:sldMk cId="3977865137" sldId="297"/>
        </pc:sldMkLst>
        <pc:spChg chg="add mod">
          <ac:chgData name="Sekora Jiří (16726)" userId="610bd847-e34d-47cf-bbe4-2934c5d970bb" providerId="ADAL" clId="{90579309-8497-43DA-9166-8204F36775E9}" dt="2022-10-10T05:06:46.248" v="173"/>
          <ac:spMkLst>
            <pc:docMk/>
            <pc:sldMk cId="3977865137" sldId="297"/>
            <ac:spMk id="3" creationId="{77BC9C98-BAA1-D1D7-E22A-7A86C60637C0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58" v="178"/>
        <pc:sldMkLst>
          <pc:docMk/>
          <pc:sldMk cId="2318709396" sldId="298"/>
        </pc:sldMkLst>
        <pc:spChg chg="add mod">
          <ac:chgData name="Sekora Jiří (16726)" userId="610bd847-e34d-47cf-bbe4-2934c5d970bb" providerId="ADAL" clId="{90579309-8497-43DA-9166-8204F36775E9}" dt="2022-10-10T05:06:46.258" v="178"/>
          <ac:spMkLst>
            <pc:docMk/>
            <pc:sldMk cId="2318709396" sldId="298"/>
            <ac:spMk id="5" creationId="{B6F602C4-C322-2842-C9A4-EFDA01194424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66" v="183"/>
        <pc:sldMkLst>
          <pc:docMk/>
          <pc:sldMk cId="1920860328" sldId="299"/>
        </pc:sldMkLst>
        <pc:spChg chg="add mod">
          <ac:chgData name="Sekora Jiří (16726)" userId="610bd847-e34d-47cf-bbe4-2934c5d970bb" providerId="ADAL" clId="{90579309-8497-43DA-9166-8204F36775E9}" dt="2022-10-10T05:06:46.266" v="183"/>
          <ac:spMkLst>
            <pc:docMk/>
            <pc:sldMk cId="1920860328" sldId="299"/>
            <ac:spMk id="5" creationId="{42E16922-0416-033E-0CFB-E44B4F02B65B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68" v="188"/>
        <pc:sldMkLst>
          <pc:docMk/>
          <pc:sldMk cId="2698065518" sldId="300"/>
        </pc:sldMkLst>
        <pc:spChg chg="add mod">
          <ac:chgData name="Sekora Jiří (16726)" userId="610bd847-e34d-47cf-bbe4-2934c5d970bb" providerId="ADAL" clId="{90579309-8497-43DA-9166-8204F36775E9}" dt="2022-10-10T05:06:46.268" v="188"/>
          <ac:spMkLst>
            <pc:docMk/>
            <pc:sldMk cId="2698065518" sldId="300"/>
            <ac:spMk id="5" creationId="{B07D212B-C7B0-EFBC-808F-4C1A1B6E20CF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278" v="193"/>
        <pc:sldMkLst>
          <pc:docMk/>
          <pc:sldMk cId="2589301972" sldId="301"/>
        </pc:sldMkLst>
        <pc:spChg chg="add mod">
          <ac:chgData name="Sekora Jiří (16726)" userId="610bd847-e34d-47cf-bbe4-2934c5d970bb" providerId="ADAL" clId="{90579309-8497-43DA-9166-8204F36775E9}" dt="2022-10-10T05:06:46.278" v="193"/>
          <ac:spMkLst>
            <pc:docMk/>
            <pc:sldMk cId="2589301972" sldId="301"/>
            <ac:spMk id="3" creationId="{D319C73A-E1C7-DF24-5A4D-C42936CD4553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319" v="233"/>
        <pc:sldMkLst>
          <pc:docMk/>
          <pc:sldMk cId="537529386" sldId="302"/>
        </pc:sldMkLst>
        <pc:spChg chg="add mod">
          <ac:chgData name="Sekora Jiří (16726)" userId="610bd847-e34d-47cf-bbe4-2934c5d970bb" providerId="ADAL" clId="{90579309-8497-43DA-9166-8204F36775E9}" dt="2022-10-10T05:06:46.319" v="233"/>
          <ac:spMkLst>
            <pc:docMk/>
            <pc:sldMk cId="537529386" sldId="302"/>
            <ac:spMk id="5" creationId="{70426A18-A93C-2D95-5A91-AB983AA3C2E0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329" v="238"/>
        <pc:sldMkLst>
          <pc:docMk/>
          <pc:sldMk cId="2493891734" sldId="303"/>
        </pc:sldMkLst>
        <pc:spChg chg="add mod">
          <ac:chgData name="Sekora Jiří (16726)" userId="610bd847-e34d-47cf-bbe4-2934c5d970bb" providerId="ADAL" clId="{90579309-8497-43DA-9166-8204F36775E9}" dt="2022-10-10T05:06:46.329" v="238"/>
          <ac:spMkLst>
            <pc:docMk/>
            <pc:sldMk cId="2493891734" sldId="303"/>
            <ac:spMk id="3" creationId="{5F67F8CF-3383-0036-0FC9-9F636828C720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339" v="248"/>
        <pc:sldMkLst>
          <pc:docMk/>
          <pc:sldMk cId="1967271367" sldId="304"/>
        </pc:sldMkLst>
        <pc:spChg chg="add mod">
          <ac:chgData name="Sekora Jiří (16726)" userId="610bd847-e34d-47cf-bbe4-2934c5d970bb" providerId="ADAL" clId="{90579309-8497-43DA-9166-8204F36775E9}" dt="2022-10-10T05:06:46.339" v="248"/>
          <ac:spMkLst>
            <pc:docMk/>
            <pc:sldMk cId="1967271367" sldId="304"/>
            <ac:spMk id="4" creationId="{A389EA48-DD66-7218-C8D6-0379DD128B96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349" v="253"/>
        <pc:sldMkLst>
          <pc:docMk/>
          <pc:sldMk cId="2120623231" sldId="305"/>
        </pc:sldMkLst>
        <pc:spChg chg="add mod">
          <ac:chgData name="Sekora Jiří (16726)" userId="610bd847-e34d-47cf-bbe4-2934c5d970bb" providerId="ADAL" clId="{90579309-8497-43DA-9166-8204F36775E9}" dt="2022-10-10T05:06:46.349" v="253"/>
          <ac:spMkLst>
            <pc:docMk/>
            <pc:sldMk cId="2120623231" sldId="305"/>
            <ac:spMk id="4" creationId="{180645AD-6727-DF41-0587-5774955DC13A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349" v="258"/>
        <pc:sldMkLst>
          <pc:docMk/>
          <pc:sldMk cId="88650394" sldId="306"/>
        </pc:sldMkLst>
        <pc:spChg chg="add mod">
          <ac:chgData name="Sekora Jiří (16726)" userId="610bd847-e34d-47cf-bbe4-2934c5d970bb" providerId="ADAL" clId="{90579309-8497-43DA-9166-8204F36775E9}" dt="2022-10-10T05:06:46.349" v="258"/>
          <ac:spMkLst>
            <pc:docMk/>
            <pc:sldMk cId="88650394" sldId="306"/>
            <ac:spMk id="5" creationId="{6485ABB5-0260-A504-BB4E-0A01352DA2CF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430" v="283"/>
        <pc:sldMkLst>
          <pc:docMk/>
          <pc:sldMk cId="146234966" sldId="307"/>
        </pc:sldMkLst>
        <pc:spChg chg="add mod">
          <ac:chgData name="Sekora Jiří (16726)" userId="610bd847-e34d-47cf-bbe4-2934c5d970bb" providerId="ADAL" clId="{90579309-8497-43DA-9166-8204F36775E9}" dt="2022-10-10T05:06:46.430" v="283"/>
          <ac:spMkLst>
            <pc:docMk/>
            <pc:sldMk cId="146234966" sldId="307"/>
            <ac:spMk id="4" creationId="{BB2688F7-9DC2-4C54-F932-69AB3B64AE8E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359" v="268"/>
        <pc:sldMkLst>
          <pc:docMk/>
          <pc:sldMk cId="2904767465" sldId="308"/>
        </pc:sldMkLst>
        <pc:spChg chg="add mod">
          <ac:chgData name="Sekora Jiří (16726)" userId="610bd847-e34d-47cf-bbe4-2934c5d970bb" providerId="ADAL" clId="{90579309-8497-43DA-9166-8204F36775E9}" dt="2022-10-10T05:06:46.359" v="268"/>
          <ac:spMkLst>
            <pc:docMk/>
            <pc:sldMk cId="2904767465" sldId="308"/>
            <ac:spMk id="3" creationId="{1045DDF6-D135-CEEB-8C8F-746D587A1AF8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438" v="288"/>
        <pc:sldMkLst>
          <pc:docMk/>
          <pc:sldMk cId="3465881843" sldId="309"/>
        </pc:sldMkLst>
        <pc:spChg chg="add mod">
          <ac:chgData name="Sekora Jiří (16726)" userId="610bd847-e34d-47cf-bbe4-2934c5d970bb" providerId="ADAL" clId="{90579309-8497-43DA-9166-8204F36775E9}" dt="2022-10-10T05:06:46.438" v="288"/>
          <ac:spMkLst>
            <pc:docMk/>
            <pc:sldMk cId="3465881843" sldId="309"/>
            <ac:spMk id="3" creationId="{1DFF0F40-A82F-B42D-CBD7-18183AB599FC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419" v="278"/>
        <pc:sldMkLst>
          <pc:docMk/>
          <pc:sldMk cId="4086886284" sldId="310"/>
        </pc:sldMkLst>
        <pc:spChg chg="add mod">
          <ac:chgData name="Sekora Jiří (16726)" userId="610bd847-e34d-47cf-bbe4-2934c5d970bb" providerId="ADAL" clId="{90579309-8497-43DA-9166-8204F36775E9}" dt="2022-10-10T05:06:46.419" v="278"/>
          <ac:spMkLst>
            <pc:docMk/>
            <pc:sldMk cId="4086886284" sldId="310"/>
            <ac:spMk id="3" creationId="{4041CB3F-85E7-0E6A-9B0F-25D4FAC972EE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440" v="293"/>
        <pc:sldMkLst>
          <pc:docMk/>
          <pc:sldMk cId="3220300501" sldId="311"/>
        </pc:sldMkLst>
        <pc:spChg chg="add mod">
          <ac:chgData name="Sekora Jiří (16726)" userId="610bd847-e34d-47cf-bbe4-2934c5d970bb" providerId="ADAL" clId="{90579309-8497-43DA-9166-8204F36775E9}" dt="2022-10-10T05:06:46.440" v="293"/>
          <ac:spMkLst>
            <pc:docMk/>
            <pc:sldMk cId="3220300501" sldId="311"/>
            <ac:spMk id="3" creationId="{88A82747-06DC-36FB-CD22-1B39C0A785C9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450" v="298"/>
        <pc:sldMkLst>
          <pc:docMk/>
          <pc:sldMk cId="2854200210" sldId="312"/>
        </pc:sldMkLst>
        <pc:spChg chg="add mod">
          <ac:chgData name="Sekora Jiří (16726)" userId="610bd847-e34d-47cf-bbe4-2934c5d970bb" providerId="ADAL" clId="{90579309-8497-43DA-9166-8204F36775E9}" dt="2022-10-10T05:06:46.450" v="298"/>
          <ac:spMkLst>
            <pc:docMk/>
            <pc:sldMk cId="2854200210" sldId="312"/>
            <ac:spMk id="3" creationId="{45B1BB5D-0DAE-0719-1ABC-C7888D902EE2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460" v="308"/>
        <pc:sldMkLst>
          <pc:docMk/>
          <pc:sldMk cId="3720983307" sldId="313"/>
        </pc:sldMkLst>
        <pc:spChg chg="add mod">
          <ac:chgData name="Sekora Jiří (16726)" userId="610bd847-e34d-47cf-bbe4-2934c5d970bb" providerId="ADAL" clId="{90579309-8497-43DA-9166-8204F36775E9}" dt="2022-10-10T05:06:46.460" v="308"/>
          <ac:spMkLst>
            <pc:docMk/>
            <pc:sldMk cId="3720983307" sldId="313"/>
            <ac:spMk id="4" creationId="{115EC654-D04D-444F-61AF-A8FE4F370ED7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369" v="273"/>
        <pc:sldMkLst>
          <pc:docMk/>
          <pc:sldMk cId="3148590739" sldId="314"/>
        </pc:sldMkLst>
        <pc:spChg chg="add mod">
          <ac:chgData name="Sekora Jiří (16726)" userId="610bd847-e34d-47cf-bbe4-2934c5d970bb" providerId="ADAL" clId="{90579309-8497-43DA-9166-8204F36775E9}" dt="2022-10-10T05:06:46.369" v="273"/>
          <ac:spMkLst>
            <pc:docMk/>
            <pc:sldMk cId="3148590739" sldId="314"/>
            <ac:spMk id="4" creationId="{E5F33103-0302-3A84-D904-1ED4B9BD2C96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096" v="48"/>
        <pc:sldMkLst>
          <pc:docMk/>
          <pc:sldMk cId="139282168" sldId="315"/>
        </pc:sldMkLst>
        <pc:spChg chg="add mod">
          <ac:chgData name="Sekora Jiří (16726)" userId="610bd847-e34d-47cf-bbe4-2934c5d970bb" providerId="ADAL" clId="{90579309-8497-43DA-9166-8204F36775E9}" dt="2022-10-10T05:06:46.096" v="48"/>
          <ac:spMkLst>
            <pc:docMk/>
            <pc:sldMk cId="139282168" sldId="315"/>
            <ac:spMk id="4" creationId="{BD86A22E-D9BF-2009-B341-CE33DB5D91AB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319" v="228"/>
        <pc:sldMkLst>
          <pc:docMk/>
          <pc:sldMk cId="3125458490" sldId="316"/>
        </pc:sldMkLst>
        <pc:spChg chg="add mod">
          <ac:chgData name="Sekora Jiří (16726)" userId="610bd847-e34d-47cf-bbe4-2934c5d970bb" providerId="ADAL" clId="{90579309-8497-43DA-9166-8204F36775E9}" dt="2022-10-10T05:06:46.319" v="228"/>
          <ac:spMkLst>
            <pc:docMk/>
            <pc:sldMk cId="3125458490" sldId="316"/>
            <ac:spMk id="5" creationId="{EFB78952-3E21-8D1D-CE26-B585E9132F90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359" v="263"/>
        <pc:sldMkLst>
          <pc:docMk/>
          <pc:sldMk cId="2275531328" sldId="317"/>
        </pc:sldMkLst>
        <pc:spChg chg="add mod">
          <ac:chgData name="Sekora Jiří (16726)" userId="610bd847-e34d-47cf-bbe4-2934c5d970bb" providerId="ADAL" clId="{90579309-8497-43DA-9166-8204F36775E9}" dt="2022-10-10T05:06:46.359" v="263"/>
          <ac:spMkLst>
            <pc:docMk/>
            <pc:sldMk cId="2275531328" sldId="317"/>
            <ac:spMk id="4" creationId="{B0A8F53B-84EA-5F19-FF91-00CDFC438334}"/>
          </ac:spMkLst>
        </pc:spChg>
      </pc:sldChg>
      <pc:sldChg chg="addSp modSp mod">
        <pc:chgData name="Sekora Jiří (16726)" userId="610bd847-e34d-47cf-bbe4-2934c5d970bb" providerId="ADAL" clId="{90579309-8497-43DA-9166-8204F36775E9}" dt="2022-10-10T05:06:46.450" v="303"/>
        <pc:sldMkLst>
          <pc:docMk/>
          <pc:sldMk cId="4006436560" sldId="318"/>
        </pc:sldMkLst>
        <pc:spChg chg="add mod">
          <ac:chgData name="Sekora Jiří (16726)" userId="610bd847-e34d-47cf-bbe4-2934c5d970bb" providerId="ADAL" clId="{90579309-8497-43DA-9166-8204F36775E9}" dt="2022-10-10T05:06:46.450" v="303"/>
          <ac:spMkLst>
            <pc:docMk/>
            <pc:sldMk cId="4006436560" sldId="318"/>
            <ac:spMk id="3" creationId="{E35E8D5E-30EE-70CF-188C-165AAF7E7F99}"/>
          </ac:spMkLst>
        </pc:spChg>
      </pc:sldChg>
    </pc:docChg>
  </pc:docChgLst>
  <pc:docChgLst>
    <pc:chgData name="Králík Martin (133972)" userId="b57e4bde-afd4-4b65-ad1f-59324e7702da" providerId="ADAL" clId="{F7BADDDC-B45C-41A9-BB58-96A288A103A1}"/>
    <pc:docChg chg="undo custSel addSld delSld modSld sldOrd addSection modSection">
      <pc:chgData name="Králík Martin (133972)" userId="b57e4bde-afd4-4b65-ad1f-59324e7702da" providerId="ADAL" clId="{F7BADDDC-B45C-41A9-BB58-96A288A103A1}" dt="2024-10-04T11:44:22.893" v="1920" actId="113"/>
      <pc:docMkLst>
        <pc:docMk/>
      </pc:docMkLst>
      <pc:sldChg chg="modSp mod">
        <pc:chgData name="Králík Martin (133972)" userId="b57e4bde-afd4-4b65-ad1f-59324e7702da" providerId="ADAL" clId="{F7BADDDC-B45C-41A9-BB58-96A288A103A1}" dt="2024-10-04T10:24:19.697" v="45" actId="20577"/>
        <pc:sldMkLst>
          <pc:docMk/>
          <pc:sldMk cId="329773402" sldId="262"/>
        </pc:sldMkLst>
        <pc:spChg chg="mod">
          <ac:chgData name="Králík Martin (133972)" userId="b57e4bde-afd4-4b65-ad1f-59324e7702da" providerId="ADAL" clId="{F7BADDDC-B45C-41A9-BB58-96A288A103A1}" dt="2024-10-04T10:24:19.697" v="45" actId="20577"/>
          <ac:spMkLst>
            <pc:docMk/>
            <pc:sldMk cId="329773402" sldId="262"/>
            <ac:spMk id="3" creationId="{00000000-0000-0000-0000-000000000000}"/>
          </ac:spMkLst>
        </pc:spChg>
      </pc:sldChg>
      <pc:sldChg chg="ord">
        <pc:chgData name="Králík Martin (133972)" userId="b57e4bde-afd4-4b65-ad1f-59324e7702da" providerId="ADAL" clId="{F7BADDDC-B45C-41A9-BB58-96A288A103A1}" dt="2024-10-04T10:24:40.019" v="47"/>
        <pc:sldMkLst>
          <pc:docMk/>
          <pc:sldMk cId="1722589077" sldId="264"/>
        </pc:sldMkLst>
      </pc:sldChg>
      <pc:sldChg chg="modSp del mod">
        <pc:chgData name="Králík Martin (133972)" userId="b57e4bde-afd4-4b65-ad1f-59324e7702da" providerId="ADAL" clId="{F7BADDDC-B45C-41A9-BB58-96A288A103A1}" dt="2024-10-04T10:53:06.095" v="1226" actId="47"/>
        <pc:sldMkLst>
          <pc:docMk/>
          <pc:sldMk cId="36659725" sldId="265"/>
        </pc:sldMkLst>
        <pc:spChg chg="mod">
          <ac:chgData name="Králík Martin (133972)" userId="b57e4bde-afd4-4b65-ad1f-59324e7702da" providerId="ADAL" clId="{F7BADDDC-B45C-41A9-BB58-96A288A103A1}" dt="2024-10-04T10:52:07.141" v="1223" actId="20577"/>
          <ac:spMkLst>
            <pc:docMk/>
            <pc:sldMk cId="36659725" sldId="265"/>
            <ac:spMk id="3" creationId="{00000000-0000-0000-0000-000000000000}"/>
          </ac:spMkLst>
        </pc:spChg>
      </pc:sldChg>
      <pc:sldChg chg="delSp modSp mod">
        <pc:chgData name="Králík Martin (133972)" userId="b57e4bde-afd4-4b65-ad1f-59324e7702da" providerId="ADAL" clId="{F7BADDDC-B45C-41A9-BB58-96A288A103A1}" dt="2024-10-04T11:11:04.148" v="1264" actId="478"/>
        <pc:sldMkLst>
          <pc:docMk/>
          <pc:sldMk cId="3518857214" sldId="266"/>
        </pc:sldMkLst>
        <pc:spChg chg="mod">
          <ac:chgData name="Králík Martin (133972)" userId="b57e4bde-afd4-4b65-ad1f-59324e7702da" providerId="ADAL" clId="{F7BADDDC-B45C-41A9-BB58-96A288A103A1}" dt="2024-10-04T11:10:54.129" v="1263" actId="20577"/>
          <ac:spMkLst>
            <pc:docMk/>
            <pc:sldMk cId="3518857214" sldId="266"/>
            <ac:spMk id="3" creationId="{00000000-0000-0000-0000-000000000000}"/>
          </ac:spMkLst>
        </pc:spChg>
        <pc:spChg chg="del">
          <ac:chgData name="Králík Martin (133972)" userId="b57e4bde-afd4-4b65-ad1f-59324e7702da" providerId="ADAL" clId="{F7BADDDC-B45C-41A9-BB58-96A288A103A1}" dt="2024-10-04T11:11:04.148" v="1264" actId="478"/>
          <ac:spMkLst>
            <pc:docMk/>
            <pc:sldMk cId="3518857214" sldId="266"/>
            <ac:spMk id="4" creationId="{00000000-0000-0000-0000-000000000000}"/>
          </ac:spMkLst>
        </pc:spChg>
      </pc:sldChg>
      <pc:sldChg chg="ord">
        <pc:chgData name="Králík Martin (133972)" userId="b57e4bde-afd4-4b65-ad1f-59324e7702da" providerId="ADAL" clId="{F7BADDDC-B45C-41A9-BB58-96A288A103A1}" dt="2024-10-04T10:20:12.794" v="6"/>
        <pc:sldMkLst>
          <pc:docMk/>
          <pc:sldMk cId="1560321228" sldId="267"/>
        </pc:sldMkLst>
      </pc:sldChg>
      <pc:sldChg chg="ord">
        <pc:chgData name="Králík Martin (133972)" userId="b57e4bde-afd4-4b65-ad1f-59324e7702da" providerId="ADAL" clId="{F7BADDDC-B45C-41A9-BB58-96A288A103A1}" dt="2024-10-04T10:20:19.662" v="10"/>
        <pc:sldMkLst>
          <pc:docMk/>
          <pc:sldMk cId="2747485851" sldId="268"/>
        </pc:sldMkLst>
      </pc:sldChg>
      <pc:sldChg chg="delSp modSp mod">
        <pc:chgData name="Králík Martin (133972)" userId="b57e4bde-afd4-4b65-ad1f-59324e7702da" providerId="ADAL" clId="{F7BADDDC-B45C-41A9-BB58-96A288A103A1}" dt="2024-10-04T11:36:01.774" v="1849" actId="113"/>
        <pc:sldMkLst>
          <pc:docMk/>
          <pc:sldMk cId="3756084827" sldId="269"/>
        </pc:sldMkLst>
        <pc:spChg chg="mod">
          <ac:chgData name="Králík Martin (133972)" userId="b57e4bde-afd4-4b65-ad1f-59324e7702da" providerId="ADAL" clId="{F7BADDDC-B45C-41A9-BB58-96A288A103A1}" dt="2024-10-04T11:36:01.774" v="1849" actId="113"/>
          <ac:spMkLst>
            <pc:docMk/>
            <pc:sldMk cId="3756084827" sldId="269"/>
            <ac:spMk id="5" creationId="{00000000-0000-0000-0000-000000000000}"/>
          </ac:spMkLst>
        </pc:spChg>
        <pc:spChg chg="del">
          <ac:chgData name="Králík Martin (133972)" userId="b57e4bde-afd4-4b65-ad1f-59324e7702da" providerId="ADAL" clId="{F7BADDDC-B45C-41A9-BB58-96A288A103A1}" dt="2024-10-04T11:34:04.578" v="1848" actId="478"/>
          <ac:spMkLst>
            <pc:docMk/>
            <pc:sldMk cId="3756084827" sldId="269"/>
            <ac:spMk id="7" creationId="{00000000-0000-0000-0000-000000000000}"/>
          </ac:spMkLst>
        </pc:spChg>
        <pc:picChg chg="mod">
          <ac:chgData name="Králík Martin (133972)" userId="b57e4bde-afd4-4b65-ad1f-59324e7702da" providerId="ADAL" clId="{F7BADDDC-B45C-41A9-BB58-96A288A103A1}" dt="2024-10-04T11:16:44.764" v="1274" actId="1076"/>
          <ac:picMkLst>
            <pc:docMk/>
            <pc:sldMk cId="3756084827" sldId="269"/>
            <ac:picMk id="4" creationId="{00000000-0000-0000-0000-000000000000}"/>
          </ac:picMkLst>
        </pc:picChg>
      </pc:sldChg>
      <pc:sldChg chg="modSp mod ord">
        <pc:chgData name="Králík Martin (133972)" userId="b57e4bde-afd4-4b65-ad1f-59324e7702da" providerId="ADAL" clId="{F7BADDDC-B45C-41A9-BB58-96A288A103A1}" dt="2024-10-04T10:42:37.467" v="658" actId="20577"/>
        <pc:sldMkLst>
          <pc:docMk/>
          <pc:sldMk cId="2635931138" sldId="270"/>
        </pc:sldMkLst>
        <pc:spChg chg="mod">
          <ac:chgData name="Králík Martin (133972)" userId="b57e4bde-afd4-4b65-ad1f-59324e7702da" providerId="ADAL" clId="{F7BADDDC-B45C-41A9-BB58-96A288A103A1}" dt="2024-10-04T10:42:37.467" v="658" actId="20577"/>
          <ac:spMkLst>
            <pc:docMk/>
            <pc:sldMk cId="2635931138" sldId="270"/>
            <ac:spMk id="5" creationId="{00000000-0000-0000-0000-000000000000}"/>
          </ac:spMkLst>
        </pc:spChg>
        <pc:picChg chg="mod">
          <ac:chgData name="Králík Martin (133972)" userId="b57e4bde-afd4-4b65-ad1f-59324e7702da" providerId="ADAL" clId="{F7BADDDC-B45C-41A9-BB58-96A288A103A1}" dt="2024-10-04T10:42:27.268" v="638" actId="14100"/>
          <ac:picMkLst>
            <pc:docMk/>
            <pc:sldMk cId="2635931138" sldId="270"/>
            <ac:picMk id="7" creationId="{00000000-0000-0000-0000-000000000000}"/>
          </ac:picMkLst>
        </pc:picChg>
      </pc:sldChg>
      <pc:sldChg chg="modSp mod ord">
        <pc:chgData name="Králík Martin (133972)" userId="b57e4bde-afd4-4b65-ad1f-59324e7702da" providerId="ADAL" clId="{F7BADDDC-B45C-41A9-BB58-96A288A103A1}" dt="2024-10-04T10:43:37.635" v="684" actId="20577"/>
        <pc:sldMkLst>
          <pc:docMk/>
          <pc:sldMk cId="2258150993" sldId="271"/>
        </pc:sldMkLst>
        <pc:spChg chg="mod">
          <ac:chgData name="Králík Martin (133972)" userId="b57e4bde-afd4-4b65-ad1f-59324e7702da" providerId="ADAL" clId="{F7BADDDC-B45C-41A9-BB58-96A288A103A1}" dt="2024-10-04T10:43:37.635" v="684" actId="20577"/>
          <ac:spMkLst>
            <pc:docMk/>
            <pc:sldMk cId="2258150993" sldId="271"/>
            <ac:spMk id="2" creationId="{00000000-0000-0000-0000-000000000000}"/>
          </ac:spMkLst>
        </pc:spChg>
      </pc:sldChg>
      <pc:sldChg chg="ord">
        <pc:chgData name="Králík Martin (133972)" userId="b57e4bde-afd4-4b65-ad1f-59324e7702da" providerId="ADAL" clId="{F7BADDDC-B45C-41A9-BB58-96A288A103A1}" dt="2024-10-04T10:56:50.725" v="1262"/>
        <pc:sldMkLst>
          <pc:docMk/>
          <pc:sldMk cId="3254689621" sldId="272"/>
        </pc:sldMkLst>
      </pc:sldChg>
      <pc:sldChg chg="delSp modSp mod ord">
        <pc:chgData name="Králík Martin (133972)" userId="b57e4bde-afd4-4b65-ad1f-59324e7702da" providerId="ADAL" clId="{F7BADDDC-B45C-41A9-BB58-96A288A103A1}" dt="2024-10-04T10:53:40.545" v="1256" actId="478"/>
        <pc:sldMkLst>
          <pc:docMk/>
          <pc:sldMk cId="270744672" sldId="273"/>
        </pc:sldMkLst>
        <pc:spChg chg="mod">
          <ac:chgData name="Králík Martin (133972)" userId="b57e4bde-afd4-4b65-ad1f-59324e7702da" providerId="ADAL" clId="{F7BADDDC-B45C-41A9-BB58-96A288A103A1}" dt="2024-10-04T10:53:16.642" v="1229" actId="20577"/>
          <ac:spMkLst>
            <pc:docMk/>
            <pc:sldMk cId="270744672" sldId="273"/>
            <ac:spMk id="2" creationId="{00000000-0000-0000-0000-000000000000}"/>
          </ac:spMkLst>
        </pc:spChg>
        <pc:spChg chg="mod">
          <ac:chgData name="Králík Martin (133972)" userId="b57e4bde-afd4-4b65-ad1f-59324e7702da" providerId="ADAL" clId="{F7BADDDC-B45C-41A9-BB58-96A288A103A1}" dt="2024-10-04T10:53:31.129" v="1254" actId="27636"/>
          <ac:spMkLst>
            <pc:docMk/>
            <pc:sldMk cId="270744672" sldId="273"/>
            <ac:spMk id="3" creationId="{00000000-0000-0000-0000-000000000000}"/>
          </ac:spMkLst>
        </pc:spChg>
        <pc:spChg chg="del">
          <ac:chgData name="Králík Martin (133972)" userId="b57e4bde-afd4-4b65-ad1f-59324e7702da" providerId="ADAL" clId="{F7BADDDC-B45C-41A9-BB58-96A288A103A1}" dt="2024-10-04T10:53:40.545" v="1256" actId="478"/>
          <ac:spMkLst>
            <pc:docMk/>
            <pc:sldMk cId="270744672" sldId="273"/>
            <ac:spMk id="5" creationId="{00000000-0000-0000-0000-000000000000}"/>
          </ac:spMkLst>
        </pc:spChg>
        <pc:graphicFrameChg chg="mod modGraphic">
          <ac:chgData name="Králík Martin (133972)" userId="b57e4bde-afd4-4b65-ad1f-59324e7702da" providerId="ADAL" clId="{F7BADDDC-B45C-41A9-BB58-96A288A103A1}" dt="2024-10-04T10:53:36.514" v="1255" actId="1076"/>
          <ac:graphicFrameMkLst>
            <pc:docMk/>
            <pc:sldMk cId="270744672" sldId="273"/>
            <ac:graphicFrameMk id="4" creationId="{00000000-0000-0000-0000-000000000000}"/>
          </ac:graphicFrameMkLst>
        </pc:graphicFrameChg>
      </pc:sldChg>
      <pc:sldChg chg="delSp mod ord">
        <pc:chgData name="Králík Martin (133972)" userId="b57e4bde-afd4-4b65-ad1f-59324e7702da" providerId="ADAL" clId="{F7BADDDC-B45C-41A9-BB58-96A288A103A1}" dt="2024-10-04T10:53:44.720" v="1257" actId="478"/>
        <pc:sldMkLst>
          <pc:docMk/>
          <pc:sldMk cId="1835164722" sldId="274"/>
        </pc:sldMkLst>
        <pc:spChg chg="del">
          <ac:chgData name="Králík Martin (133972)" userId="b57e4bde-afd4-4b65-ad1f-59324e7702da" providerId="ADAL" clId="{F7BADDDC-B45C-41A9-BB58-96A288A103A1}" dt="2024-10-04T10:53:44.720" v="1257" actId="478"/>
          <ac:spMkLst>
            <pc:docMk/>
            <pc:sldMk cId="1835164722" sldId="274"/>
            <ac:spMk id="4" creationId="{00000000-0000-0000-0000-000000000000}"/>
          </ac:spMkLst>
        </pc:spChg>
      </pc:sldChg>
      <pc:sldChg chg="delSp modSp mod ord">
        <pc:chgData name="Králík Martin (133972)" userId="b57e4bde-afd4-4b65-ad1f-59324e7702da" providerId="ADAL" clId="{F7BADDDC-B45C-41A9-BB58-96A288A103A1}" dt="2024-10-04T10:53:51.556" v="1260" actId="478"/>
        <pc:sldMkLst>
          <pc:docMk/>
          <pc:sldMk cId="2107672402" sldId="275"/>
        </pc:sldMkLst>
        <pc:spChg chg="del mod">
          <ac:chgData name="Králík Martin (133972)" userId="b57e4bde-afd4-4b65-ad1f-59324e7702da" providerId="ADAL" clId="{F7BADDDC-B45C-41A9-BB58-96A288A103A1}" dt="2024-10-04T10:53:51.556" v="1260" actId="478"/>
          <ac:spMkLst>
            <pc:docMk/>
            <pc:sldMk cId="2107672402" sldId="275"/>
            <ac:spMk id="3" creationId="{3C5A4E93-028F-7471-A398-A388BE1F89C0}"/>
          </ac:spMkLst>
        </pc:spChg>
        <pc:spChg chg="del">
          <ac:chgData name="Králík Martin (133972)" userId="b57e4bde-afd4-4b65-ad1f-59324e7702da" providerId="ADAL" clId="{F7BADDDC-B45C-41A9-BB58-96A288A103A1}" dt="2024-10-04T10:53:49.419" v="1258" actId="478"/>
          <ac:spMkLst>
            <pc:docMk/>
            <pc:sldMk cId="2107672402" sldId="275"/>
            <ac:spMk id="5" creationId="{00000000-0000-0000-0000-000000000000}"/>
          </ac:spMkLst>
        </pc:spChg>
      </pc:sldChg>
      <pc:sldChg chg="ord">
        <pc:chgData name="Králík Martin (133972)" userId="b57e4bde-afd4-4b65-ad1f-59324e7702da" providerId="ADAL" clId="{F7BADDDC-B45C-41A9-BB58-96A288A103A1}" dt="2024-10-04T10:52:58.179" v="1225"/>
        <pc:sldMkLst>
          <pc:docMk/>
          <pc:sldMk cId="4158339404" sldId="276"/>
        </pc:sldMkLst>
      </pc:sldChg>
      <pc:sldChg chg="delSp modSp mod">
        <pc:chgData name="Králík Martin (133972)" userId="b57e4bde-afd4-4b65-ad1f-59324e7702da" providerId="ADAL" clId="{F7BADDDC-B45C-41A9-BB58-96A288A103A1}" dt="2024-10-04T11:34:02.082" v="1847" actId="478"/>
        <pc:sldMkLst>
          <pc:docMk/>
          <pc:sldMk cId="2145587206" sldId="277"/>
        </pc:sldMkLst>
        <pc:spChg chg="del">
          <ac:chgData name="Králík Martin (133972)" userId="b57e4bde-afd4-4b65-ad1f-59324e7702da" providerId="ADAL" clId="{F7BADDDC-B45C-41A9-BB58-96A288A103A1}" dt="2024-10-04T11:34:02.082" v="1847" actId="478"/>
          <ac:spMkLst>
            <pc:docMk/>
            <pc:sldMk cId="2145587206" sldId="277"/>
            <ac:spMk id="4" creationId="{00000000-0000-0000-0000-000000000000}"/>
          </ac:spMkLst>
        </pc:spChg>
        <pc:spChg chg="mod">
          <ac:chgData name="Králík Martin (133972)" userId="b57e4bde-afd4-4b65-ad1f-59324e7702da" providerId="ADAL" clId="{F7BADDDC-B45C-41A9-BB58-96A288A103A1}" dt="2024-10-04T11:19:23.082" v="1307" actId="20577"/>
          <ac:spMkLst>
            <pc:docMk/>
            <pc:sldMk cId="2145587206" sldId="277"/>
            <ac:spMk id="5" creationId="{00000000-0000-0000-0000-000000000000}"/>
          </ac:spMkLst>
        </pc:spChg>
      </pc:sldChg>
      <pc:sldChg chg="delSp mod">
        <pc:chgData name="Králík Martin (133972)" userId="b57e4bde-afd4-4b65-ad1f-59324e7702da" providerId="ADAL" clId="{F7BADDDC-B45C-41A9-BB58-96A288A103A1}" dt="2024-10-04T11:33:54.733" v="1844" actId="478"/>
        <pc:sldMkLst>
          <pc:docMk/>
          <pc:sldMk cId="2323847383" sldId="278"/>
        </pc:sldMkLst>
        <pc:spChg chg="del">
          <ac:chgData name="Králík Martin (133972)" userId="b57e4bde-afd4-4b65-ad1f-59324e7702da" providerId="ADAL" clId="{F7BADDDC-B45C-41A9-BB58-96A288A103A1}" dt="2024-10-04T11:33:54.733" v="1844" actId="478"/>
          <ac:spMkLst>
            <pc:docMk/>
            <pc:sldMk cId="2323847383" sldId="278"/>
            <ac:spMk id="5" creationId="{00000000-0000-0000-0000-000000000000}"/>
          </ac:spMkLst>
        </pc:spChg>
      </pc:sldChg>
      <pc:sldChg chg="delSp mod">
        <pc:chgData name="Králík Martin (133972)" userId="b57e4bde-afd4-4b65-ad1f-59324e7702da" providerId="ADAL" clId="{F7BADDDC-B45C-41A9-BB58-96A288A103A1}" dt="2024-10-04T11:33:56.662" v="1845" actId="478"/>
        <pc:sldMkLst>
          <pc:docMk/>
          <pc:sldMk cId="1770809967" sldId="279"/>
        </pc:sldMkLst>
        <pc:spChg chg="del">
          <ac:chgData name="Králík Martin (133972)" userId="b57e4bde-afd4-4b65-ad1f-59324e7702da" providerId="ADAL" clId="{F7BADDDC-B45C-41A9-BB58-96A288A103A1}" dt="2024-10-04T11:33:56.662" v="1845" actId="478"/>
          <ac:spMkLst>
            <pc:docMk/>
            <pc:sldMk cId="1770809967" sldId="279"/>
            <ac:spMk id="6" creationId="{00000000-0000-0000-0000-000000000000}"/>
          </ac:spMkLst>
        </pc:spChg>
      </pc:sldChg>
      <pc:sldChg chg="delSp modSp mod">
        <pc:chgData name="Králík Martin (133972)" userId="b57e4bde-afd4-4b65-ad1f-59324e7702da" providerId="ADAL" clId="{F7BADDDC-B45C-41A9-BB58-96A288A103A1}" dt="2024-10-04T11:33:58.732" v="1846" actId="478"/>
        <pc:sldMkLst>
          <pc:docMk/>
          <pc:sldMk cId="2210504784" sldId="280"/>
        </pc:sldMkLst>
        <pc:spChg chg="del">
          <ac:chgData name="Králík Martin (133972)" userId="b57e4bde-afd4-4b65-ad1f-59324e7702da" providerId="ADAL" clId="{F7BADDDC-B45C-41A9-BB58-96A288A103A1}" dt="2024-10-04T11:33:58.732" v="1846" actId="478"/>
          <ac:spMkLst>
            <pc:docMk/>
            <pc:sldMk cId="2210504784" sldId="280"/>
            <ac:spMk id="4" creationId="{00000000-0000-0000-0000-000000000000}"/>
          </ac:spMkLst>
        </pc:spChg>
        <pc:spChg chg="mod">
          <ac:chgData name="Králík Martin (133972)" userId="b57e4bde-afd4-4b65-ad1f-59324e7702da" providerId="ADAL" clId="{F7BADDDC-B45C-41A9-BB58-96A288A103A1}" dt="2024-10-04T11:20:17.006" v="1403" actId="207"/>
          <ac:spMkLst>
            <pc:docMk/>
            <pc:sldMk cId="2210504784" sldId="280"/>
            <ac:spMk id="5" creationId="{00000000-0000-0000-0000-000000000000}"/>
          </ac:spMkLst>
        </pc:spChg>
      </pc:sldChg>
      <pc:sldChg chg="delSp modSp mod">
        <pc:chgData name="Králík Martin (133972)" userId="b57e4bde-afd4-4b65-ad1f-59324e7702da" providerId="ADAL" clId="{F7BADDDC-B45C-41A9-BB58-96A288A103A1}" dt="2024-10-04T11:33:52.287" v="1843" actId="478"/>
        <pc:sldMkLst>
          <pc:docMk/>
          <pc:sldMk cId="1262938320" sldId="281"/>
        </pc:sldMkLst>
        <pc:spChg chg="mod">
          <ac:chgData name="Králík Martin (133972)" userId="b57e4bde-afd4-4b65-ad1f-59324e7702da" providerId="ADAL" clId="{F7BADDDC-B45C-41A9-BB58-96A288A103A1}" dt="2024-10-04T11:23:28.445" v="1417" actId="20577"/>
          <ac:spMkLst>
            <pc:docMk/>
            <pc:sldMk cId="1262938320" sldId="281"/>
            <ac:spMk id="3" creationId="{00000000-0000-0000-0000-000000000000}"/>
          </ac:spMkLst>
        </pc:spChg>
        <pc:spChg chg="del">
          <ac:chgData name="Králík Martin (133972)" userId="b57e4bde-afd4-4b65-ad1f-59324e7702da" providerId="ADAL" clId="{F7BADDDC-B45C-41A9-BB58-96A288A103A1}" dt="2024-10-04T11:33:52.287" v="1843" actId="478"/>
          <ac:spMkLst>
            <pc:docMk/>
            <pc:sldMk cId="1262938320" sldId="281"/>
            <ac:spMk id="4" creationId="{00000000-0000-0000-0000-000000000000}"/>
          </ac:spMkLst>
        </pc:spChg>
      </pc:sldChg>
      <pc:sldChg chg="delSp modSp mod">
        <pc:chgData name="Králík Martin (133972)" userId="b57e4bde-afd4-4b65-ad1f-59324e7702da" providerId="ADAL" clId="{F7BADDDC-B45C-41A9-BB58-96A288A103A1}" dt="2024-10-04T11:33:48.746" v="1842" actId="478"/>
        <pc:sldMkLst>
          <pc:docMk/>
          <pc:sldMk cId="901614600" sldId="283"/>
        </pc:sldMkLst>
        <pc:spChg chg="mod">
          <ac:chgData name="Králík Martin (133972)" userId="b57e4bde-afd4-4b65-ad1f-59324e7702da" providerId="ADAL" clId="{F7BADDDC-B45C-41A9-BB58-96A288A103A1}" dt="2024-10-04T11:28:13.363" v="1618" actId="20577"/>
          <ac:spMkLst>
            <pc:docMk/>
            <pc:sldMk cId="901614600" sldId="283"/>
            <ac:spMk id="3" creationId="{00000000-0000-0000-0000-000000000000}"/>
          </ac:spMkLst>
        </pc:spChg>
        <pc:spChg chg="del mod">
          <ac:chgData name="Králík Martin (133972)" userId="b57e4bde-afd4-4b65-ad1f-59324e7702da" providerId="ADAL" clId="{F7BADDDC-B45C-41A9-BB58-96A288A103A1}" dt="2024-10-04T11:33:48.746" v="1842" actId="478"/>
          <ac:spMkLst>
            <pc:docMk/>
            <pc:sldMk cId="901614600" sldId="283"/>
            <ac:spMk id="4" creationId="{00000000-0000-0000-0000-000000000000}"/>
          </ac:spMkLst>
        </pc:spChg>
      </pc:sldChg>
      <pc:sldChg chg="delSp modSp mod">
        <pc:chgData name="Králík Martin (133972)" userId="b57e4bde-afd4-4b65-ad1f-59324e7702da" providerId="ADAL" clId="{F7BADDDC-B45C-41A9-BB58-96A288A103A1}" dt="2024-10-04T11:38:52.536" v="1877" actId="478"/>
        <pc:sldMkLst>
          <pc:docMk/>
          <pc:sldMk cId="3522239192" sldId="285"/>
        </pc:sldMkLst>
        <pc:spChg chg="mod">
          <ac:chgData name="Králík Martin (133972)" userId="b57e4bde-afd4-4b65-ad1f-59324e7702da" providerId="ADAL" clId="{F7BADDDC-B45C-41A9-BB58-96A288A103A1}" dt="2024-10-04T11:37:51.776" v="1871" actId="20577"/>
          <ac:spMkLst>
            <pc:docMk/>
            <pc:sldMk cId="3522239192" sldId="285"/>
            <ac:spMk id="3" creationId="{00000000-0000-0000-0000-000000000000}"/>
          </ac:spMkLst>
        </pc:spChg>
        <pc:spChg chg="del">
          <ac:chgData name="Králík Martin (133972)" userId="b57e4bde-afd4-4b65-ad1f-59324e7702da" providerId="ADAL" clId="{F7BADDDC-B45C-41A9-BB58-96A288A103A1}" dt="2024-10-04T11:38:52.536" v="1877" actId="478"/>
          <ac:spMkLst>
            <pc:docMk/>
            <pc:sldMk cId="3522239192" sldId="285"/>
            <ac:spMk id="4" creationId="{00000000-0000-0000-0000-000000000000}"/>
          </ac:spMkLst>
        </pc:spChg>
      </pc:sldChg>
      <pc:sldChg chg="delSp modSp mod">
        <pc:chgData name="Králík Martin (133972)" userId="b57e4bde-afd4-4b65-ad1f-59324e7702da" providerId="ADAL" clId="{F7BADDDC-B45C-41A9-BB58-96A288A103A1}" dt="2024-10-04T11:39:06.781" v="1878" actId="20577"/>
        <pc:sldMkLst>
          <pc:docMk/>
          <pc:sldMk cId="2833768529" sldId="286"/>
        </pc:sldMkLst>
        <pc:spChg chg="mod">
          <ac:chgData name="Králík Martin (133972)" userId="b57e4bde-afd4-4b65-ad1f-59324e7702da" providerId="ADAL" clId="{F7BADDDC-B45C-41A9-BB58-96A288A103A1}" dt="2024-10-04T11:39:06.781" v="1878" actId="20577"/>
          <ac:spMkLst>
            <pc:docMk/>
            <pc:sldMk cId="2833768529" sldId="286"/>
            <ac:spMk id="3" creationId="{00000000-0000-0000-0000-000000000000}"/>
          </ac:spMkLst>
        </pc:spChg>
        <pc:spChg chg="del">
          <ac:chgData name="Králík Martin (133972)" userId="b57e4bde-afd4-4b65-ad1f-59324e7702da" providerId="ADAL" clId="{F7BADDDC-B45C-41A9-BB58-96A288A103A1}" dt="2024-10-04T11:38:49.935" v="1876" actId="478"/>
          <ac:spMkLst>
            <pc:docMk/>
            <pc:sldMk cId="2833768529" sldId="286"/>
            <ac:spMk id="4" creationId="{00000000-0000-0000-0000-000000000000}"/>
          </ac:spMkLst>
        </pc:spChg>
      </pc:sldChg>
      <pc:sldChg chg="modSp mod">
        <pc:chgData name="Králík Martin (133972)" userId="b57e4bde-afd4-4b65-ad1f-59324e7702da" providerId="ADAL" clId="{F7BADDDC-B45C-41A9-BB58-96A288A103A1}" dt="2024-10-04T11:39:24.858" v="1883" actId="20577"/>
        <pc:sldMkLst>
          <pc:docMk/>
          <pc:sldMk cId="1092656499" sldId="287"/>
        </pc:sldMkLst>
        <pc:spChg chg="mod">
          <ac:chgData name="Králík Martin (133972)" userId="b57e4bde-afd4-4b65-ad1f-59324e7702da" providerId="ADAL" clId="{F7BADDDC-B45C-41A9-BB58-96A288A103A1}" dt="2024-10-04T11:39:24.858" v="1883" actId="20577"/>
          <ac:spMkLst>
            <pc:docMk/>
            <pc:sldMk cId="1092656499" sldId="287"/>
            <ac:spMk id="3" creationId="{00000000-0000-0000-0000-000000000000}"/>
          </ac:spMkLst>
        </pc:spChg>
      </pc:sldChg>
      <pc:sldChg chg="modSp mod">
        <pc:chgData name="Králík Martin (133972)" userId="b57e4bde-afd4-4b65-ad1f-59324e7702da" providerId="ADAL" clId="{F7BADDDC-B45C-41A9-BB58-96A288A103A1}" dt="2024-10-04T11:39:45.450" v="1884" actId="20577"/>
        <pc:sldMkLst>
          <pc:docMk/>
          <pc:sldMk cId="1470244015" sldId="289"/>
        </pc:sldMkLst>
        <pc:spChg chg="mod">
          <ac:chgData name="Králík Martin (133972)" userId="b57e4bde-afd4-4b65-ad1f-59324e7702da" providerId="ADAL" clId="{F7BADDDC-B45C-41A9-BB58-96A288A103A1}" dt="2024-10-04T11:39:45.450" v="1884" actId="20577"/>
          <ac:spMkLst>
            <pc:docMk/>
            <pc:sldMk cId="1470244015" sldId="289"/>
            <ac:spMk id="3" creationId="{00000000-0000-0000-0000-000000000000}"/>
          </ac:spMkLst>
        </pc:spChg>
      </pc:sldChg>
      <pc:sldChg chg="modSp mod">
        <pc:chgData name="Králík Martin (133972)" userId="b57e4bde-afd4-4b65-ad1f-59324e7702da" providerId="ADAL" clId="{F7BADDDC-B45C-41A9-BB58-96A288A103A1}" dt="2024-10-04T11:40:41.842" v="1908" actId="20577"/>
        <pc:sldMkLst>
          <pc:docMk/>
          <pc:sldMk cId="1453585187" sldId="290"/>
        </pc:sldMkLst>
        <pc:spChg chg="mod">
          <ac:chgData name="Králík Martin (133972)" userId="b57e4bde-afd4-4b65-ad1f-59324e7702da" providerId="ADAL" clId="{F7BADDDC-B45C-41A9-BB58-96A288A103A1}" dt="2024-10-04T11:40:41.842" v="1908" actId="20577"/>
          <ac:spMkLst>
            <pc:docMk/>
            <pc:sldMk cId="1453585187" sldId="290"/>
            <ac:spMk id="3" creationId="{00000000-0000-0000-0000-000000000000}"/>
          </ac:spMkLst>
        </pc:spChg>
      </pc:sldChg>
      <pc:sldChg chg="modSp mod">
        <pc:chgData name="Králík Martin (133972)" userId="b57e4bde-afd4-4b65-ad1f-59324e7702da" providerId="ADAL" clId="{F7BADDDC-B45C-41A9-BB58-96A288A103A1}" dt="2024-10-04T11:44:22.893" v="1920" actId="113"/>
        <pc:sldMkLst>
          <pc:docMk/>
          <pc:sldMk cId="1920860328" sldId="299"/>
        </pc:sldMkLst>
        <pc:spChg chg="mod">
          <ac:chgData name="Králík Martin (133972)" userId="b57e4bde-afd4-4b65-ad1f-59324e7702da" providerId="ADAL" clId="{F7BADDDC-B45C-41A9-BB58-96A288A103A1}" dt="2024-10-04T11:44:22.893" v="1920" actId="113"/>
          <ac:spMkLst>
            <pc:docMk/>
            <pc:sldMk cId="1920860328" sldId="299"/>
            <ac:spMk id="3" creationId="{00000000-0000-0000-0000-000000000000}"/>
          </ac:spMkLst>
        </pc:spChg>
      </pc:sldChg>
      <pc:sldChg chg="ord">
        <pc:chgData name="Králík Martin (133972)" userId="b57e4bde-afd4-4b65-ad1f-59324e7702da" providerId="ADAL" clId="{F7BADDDC-B45C-41A9-BB58-96A288A103A1}" dt="2024-10-04T10:21:37.676" v="16"/>
        <pc:sldMkLst>
          <pc:docMk/>
          <pc:sldMk cId="139282168" sldId="315"/>
        </pc:sldMkLst>
      </pc:sldChg>
      <pc:sldChg chg="addSp delSp modSp new mod ord modClrScheme chgLayout">
        <pc:chgData name="Králík Martin (133972)" userId="b57e4bde-afd4-4b65-ad1f-59324e7702da" providerId="ADAL" clId="{F7BADDDC-B45C-41A9-BB58-96A288A103A1}" dt="2024-10-04T11:15:43.921" v="1269" actId="21"/>
        <pc:sldMkLst>
          <pc:docMk/>
          <pc:sldMk cId="1204044295" sldId="319"/>
        </pc:sldMkLst>
        <pc:spChg chg="del mod ord">
          <ac:chgData name="Králík Martin (133972)" userId="b57e4bde-afd4-4b65-ad1f-59324e7702da" providerId="ADAL" clId="{F7BADDDC-B45C-41A9-BB58-96A288A103A1}" dt="2024-10-04T10:23:51.315" v="22" actId="700"/>
          <ac:spMkLst>
            <pc:docMk/>
            <pc:sldMk cId="1204044295" sldId="319"/>
            <ac:spMk id="2" creationId="{08F81464-8DD7-665D-F04D-ECED42D05E0C}"/>
          </ac:spMkLst>
        </pc:spChg>
        <pc:spChg chg="del mod ord">
          <ac:chgData name="Králík Martin (133972)" userId="b57e4bde-afd4-4b65-ad1f-59324e7702da" providerId="ADAL" clId="{F7BADDDC-B45C-41A9-BB58-96A288A103A1}" dt="2024-10-04T10:23:51.315" v="22" actId="700"/>
          <ac:spMkLst>
            <pc:docMk/>
            <pc:sldMk cId="1204044295" sldId="319"/>
            <ac:spMk id="3" creationId="{733D4BAF-CC9F-9157-BC91-F36E1EF46307}"/>
          </ac:spMkLst>
        </pc:spChg>
        <pc:spChg chg="add mod ord">
          <ac:chgData name="Králík Martin (133972)" userId="b57e4bde-afd4-4b65-ad1f-59324e7702da" providerId="ADAL" clId="{F7BADDDC-B45C-41A9-BB58-96A288A103A1}" dt="2024-10-04T10:23:56.721" v="37" actId="20577"/>
          <ac:spMkLst>
            <pc:docMk/>
            <pc:sldMk cId="1204044295" sldId="319"/>
            <ac:spMk id="4" creationId="{FFD80E45-95F0-107B-9596-26C9091C6FA8}"/>
          </ac:spMkLst>
        </pc:spChg>
        <pc:spChg chg="add mod ord">
          <ac:chgData name="Králík Martin (133972)" userId="b57e4bde-afd4-4b65-ad1f-59324e7702da" providerId="ADAL" clId="{F7BADDDC-B45C-41A9-BB58-96A288A103A1}" dt="2024-10-04T10:23:51.315" v="22" actId="700"/>
          <ac:spMkLst>
            <pc:docMk/>
            <pc:sldMk cId="1204044295" sldId="319"/>
            <ac:spMk id="5" creationId="{B7CE8375-94FA-C8C4-B615-2AC5CD74FCA4}"/>
          </ac:spMkLst>
        </pc:spChg>
        <pc:picChg chg="add del mod">
          <ac:chgData name="Králík Martin (133972)" userId="b57e4bde-afd4-4b65-ad1f-59324e7702da" providerId="ADAL" clId="{F7BADDDC-B45C-41A9-BB58-96A288A103A1}" dt="2024-10-04T11:15:43.921" v="1269" actId="21"/>
          <ac:picMkLst>
            <pc:docMk/>
            <pc:sldMk cId="1204044295" sldId="319"/>
            <ac:picMk id="3074" creationId="{0C9BB5F5-422F-84E3-918C-DB2AB5722D11}"/>
          </ac:picMkLst>
        </pc:picChg>
      </pc:sldChg>
      <pc:sldChg chg="addSp modSp new mod">
        <pc:chgData name="Králík Martin (133972)" userId="b57e4bde-afd4-4b65-ad1f-59324e7702da" providerId="ADAL" clId="{F7BADDDC-B45C-41A9-BB58-96A288A103A1}" dt="2024-10-04T11:15:49.132" v="1271" actId="1076"/>
        <pc:sldMkLst>
          <pc:docMk/>
          <pc:sldMk cId="3669878822" sldId="320"/>
        </pc:sldMkLst>
        <pc:spChg chg="mod">
          <ac:chgData name="Králík Martin (133972)" userId="b57e4bde-afd4-4b65-ad1f-59324e7702da" providerId="ADAL" clId="{F7BADDDC-B45C-41A9-BB58-96A288A103A1}" dt="2024-10-04T10:24:56.885" v="77" actId="20577"/>
          <ac:spMkLst>
            <pc:docMk/>
            <pc:sldMk cId="3669878822" sldId="320"/>
            <ac:spMk id="2" creationId="{AB6FDE6D-5D8C-5FE8-17E2-1093FABF1F4C}"/>
          </ac:spMkLst>
        </pc:spChg>
        <pc:spChg chg="mod">
          <ac:chgData name="Králík Martin (133972)" userId="b57e4bde-afd4-4b65-ad1f-59324e7702da" providerId="ADAL" clId="{F7BADDDC-B45C-41A9-BB58-96A288A103A1}" dt="2024-10-04T10:45:22.931" v="779" actId="207"/>
          <ac:spMkLst>
            <pc:docMk/>
            <pc:sldMk cId="3669878822" sldId="320"/>
            <ac:spMk id="3" creationId="{C99592CB-FBD0-5D87-6CB4-10D769AA418B}"/>
          </ac:spMkLst>
        </pc:spChg>
        <pc:picChg chg="add mod">
          <ac:chgData name="Králík Martin (133972)" userId="b57e4bde-afd4-4b65-ad1f-59324e7702da" providerId="ADAL" clId="{F7BADDDC-B45C-41A9-BB58-96A288A103A1}" dt="2024-10-04T11:15:49.132" v="1271" actId="1076"/>
          <ac:picMkLst>
            <pc:docMk/>
            <pc:sldMk cId="3669878822" sldId="320"/>
            <ac:picMk id="3074" creationId="{0C9BB5F5-422F-84E3-918C-DB2AB5722D11}"/>
          </ac:picMkLst>
        </pc:picChg>
      </pc:sldChg>
      <pc:sldChg chg="addSp modSp new del mod">
        <pc:chgData name="Králík Martin (133972)" userId="b57e4bde-afd4-4b65-ad1f-59324e7702da" providerId="ADAL" clId="{F7BADDDC-B45C-41A9-BB58-96A288A103A1}" dt="2024-10-04T10:42:55.179" v="659" actId="47"/>
        <pc:sldMkLst>
          <pc:docMk/>
          <pc:sldMk cId="1729274026" sldId="321"/>
        </pc:sldMkLst>
        <pc:spChg chg="mod">
          <ac:chgData name="Králík Martin (133972)" userId="b57e4bde-afd4-4b65-ad1f-59324e7702da" providerId="ADAL" clId="{F7BADDDC-B45C-41A9-BB58-96A288A103A1}" dt="2024-10-04T10:28:52.017" v="274" actId="20577"/>
          <ac:spMkLst>
            <pc:docMk/>
            <pc:sldMk cId="1729274026" sldId="321"/>
            <ac:spMk id="2" creationId="{1B25CA77-4E3C-327E-5DC3-901E53B9683E}"/>
          </ac:spMkLst>
        </pc:spChg>
        <pc:spChg chg="mod">
          <ac:chgData name="Králík Martin (133972)" userId="b57e4bde-afd4-4b65-ad1f-59324e7702da" providerId="ADAL" clId="{F7BADDDC-B45C-41A9-BB58-96A288A103A1}" dt="2024-10-04T10:40:38.009" v="494" actId="20577"/>
          <ac:spMkLst>
            <pc:docMk/>
            <pc:sldMk cId="1729274026" sldId="321"/>
            <ac:spMk id="3" creationId="{73BF52BF-638F-8BB1-EC32-A105896D6662}"/>
          </ac:spMkLst>
        </pc:spChg>
        <pc:picChg chg="add mod">
          <ac:chgData name="Králík Martin (133972)" userId="b57e4bde-afd4-4b65-ad1f-59324e7702da" providerId="ADAL" clId="{F7BADDDC-B45C-41A9-BB58-96A288A103A1}" dt="2024-10-04T10:29:11.630" v="279" actId="1076"/>
          <ac:picMkLst>
            <pc:docMk/>
            <pc:sldMk cId="1729274026" sldId="321"/>
            <ac:picMk id="1026" creationId="{E96786F1-A76B-67E2-63F2-CFC7AFC135E3}"/>
          </ac:picMkLst>
        </pc:picChg>
      </pc:sldChg>
      <pc:sldChg chg="addSp modSp new mod">
        <pc:chgData name="Králík Martin (133972)" userId="b57e4bde-afd4-4b65-ad1f-59324e7702da" providerId="ADAL" clId="{F7BADDDC-B45C-41A9-BB58-96A288A103A1}" dt="2024-10-04T10:43:28.180" v="669" actId="1076"/>
        <pc:sldMkLst>
          <pc:docMk/>
          <pc:sldMk cId="638449306" sldId="322"/>
        </pc:sldMkLst>
        <pc:spChg chg="mod">
          <ac:chgData name="Králík Martin (133972)" userId="b57e4bde-afd4-4b65-ad1f-59324e7702da" providerId="ADAL" clId="{F7BADDDC-B45C-41A9-BB58-96A288A103A1}" dt="2024-10-04T10:38:34.564" v="417" actId="20577"/>
          <ac:spMkLst>
            <pc:docMk/>
            <pc:sldMk cId="638449306" sldId="322"/>
            <ac:spMk id="2" creationId="{B2979FF8-D868-A2DE-A593-FCF551FDF71C}"/>
          </ac:spMkLst>
        </pc:spChg>
        <pc:spChg chg="mod">
          <ac:chgData name="Králík Martin (133972)" userId="b57e4bde-afd4-4b65-ad1f-59324e7702da" providerId="ADAL" clId="{F7BADDDC-B45C-41A9-BB58-96A288A103A1}" dt="2024-10-04T10:43:28.180" v="669" actId="1076"/>
          <ac:spMkLst>
            <pc:docMk/>
            <pc:sldMk cId="638449306" sldId="322"/>
            <ac:spMk id="3" creationId="{26358377-30F7-E695-1330-9A7FB38CB7C0}"/>
          </ac:spMkLst>
        </pc:spChg>
        <pc:picChg chg="add mod">
          <ac:chgData name="Králík Martin (133972)" userId="b57e4bde-afd4-4b65-ad1f-59324e7702da" providerId="ADAL" clId="{F7BADDDC-B45C-41A9-BB58-96A288A103A1}" dt="2024-10-04T10:39:00.036" v="420" actId="1076"/>
          <ac:picMkLst>
            <pc:docMk/>
            <pc:sldMk cId="638449306" sldId="322"/>
            <ac:picMk id="2050" creationId="{BEBA8941-8549-EBCD-539B-0C3BE53BB9B2}"/>
          </ac:picMkLst>
        </pc:picChg>
      </pc:sldChg>
      <pc:sldChg chg="addSp delSp modSp new mod ord modClrScheme chgLayout">
        <pc:chgData name="Králík Martin (133972)" userId="b57e4bde-afd4-4b65-ad1f-59324e7702da" providerId="ADAL" clId="{F7BADDDC-B45C-41A9-BB58-96A288A103A1}" dt="2024-10-04T10:47:47.652" v="804" actId="20577"/>
        <pc:sldMkLst>
          <pc:docMk/>
          <pc:sldMk cId="1252364107" sldId="323"/>
        </pc:sldMkLst>
        <pc:spChg chg="del mod ord">
          <ac:chgData name="Králík Martin (133972)" userId="b57e4bde-afd4-4b65-ad1f-59324e7702da" providerId="ADAL" clId="{F7BADDDC-B45C-41A9-BB58-96A288A103A1}" dt="2024-10-04T10:47:25.877" v="783" actId="700"/>
          <ac:spMkLst>
            <pc:docMk/>
            <pc:sldMk cId="1252364107" sldId="323"/>
            <ac:spMk id="2" creationId="{049E4CD8-80E0-6D46-282E-679481ABA021}"/>
          </ac:spMkLst>
        </pc:spChg>
        <pc:spChg chg="del mod ord">
          <ac:chgData name="Králík Martin (133972)" userId="b57e4bde-afd4-4b65-ad1f-59324e7702da" providerId="ADAL" clId="{F7BADDDC-B45C-41A9-BB58-96A288A103A1}" dt="2024-10-04T10:47:25.877" v="783" actId="700"/>
          <ac:spMkLst>
            <pc:docMk/>
            <pc:sldMk cId="1252364107" sldId="323"/>
            <ac:spMk id="3" creationId="{F16E3A97-AA90-3CF4-C840-BBC8E6D2777C}"/>
          </ac:spMkLst>
        </pc:spChg>
        <pc:spChg chg="add mod ord">
          <ac:chgData name="Králík Martin (133972)" userId="b57e4bde-afd4-4b65-ad1f-59324e7702da" providerId="ADAL" clId="{F7BADDDC-B45C-41A9-BB58-96A288A103A1}" dt="2024-10-04T10:47:47.652" v="804" actId="20577"/>
          <ac:spMkLst>
            <pc:docMk/>
            <pc:sldMk cId="1252364107" sldId="323"/>
            <ac:spMk id="4" creationId="{D263562F-6485-BC7B-4B48-D0FAA543DFF6}"/>
          </ac:spMkLst>
        </pc:spChg>
        <pc:spChg chg="add mod ord">
          <ac:chgData name="Králík Martin (133972)" userId="b57e4bde-afd4-4b65-ad1f-59324e7702da" providerId="ADAL" clId="{F7BADDDC-B45C-41A9-BB58-96A288A103A1}" dt="2024-10-04T10:47:25.877" v="783" actId="700"/>
          <ac:spMkLst>
            <pc:docMk/>
            <pc:sldMk cId="1252364107" sldId="323"/>
            <ac:spMk id="5" creationId="{36D24197-898F-C64A-A078-82A315961DEE}"/>
          </ac:spMkLst>
        </pc:spChg>
      </pc:sldChg>
      <pc:sldChg chg="modSp new mod">
        <pc:chgData name="Králík Martin (133972)" userId="b57e4bde-afd4-4b65-ad1f-59324e7702da" providerId="ADAL" clId="{F7BADDDC-B45C-41A9-BB58-96A288A103A1}" dt="2024-10-04T10:50:45.381" v="1167" actId="207"/>
        <pc:sldMkLst>
          <pc:docMk/>
          <pc:sldMk cId="2116288954" sldId="324"/>
        </pc:sldMkLst>
        <pc:spChg chg="mod">
          <ac:chgData name="Králík Martin (133972)" userId="b57e4bde-afd4-4b65-ad1f-59324e7702da" providerId="ADAL" clId="{F7BADDDC-B45C-41A9-BB58-96A288A103A1}" dt="2024-10-04T10:48:06.427" v="868" actId="20577"/>
          <ac:spMkLst>
            <pc:docMk/>
            <pc:sldMk cId="2116288954" sldId="324"/>
            <ac:spMk id="2" creationId="{A28FC77E-F257-F290-C112-454BC50AC5E9}"/>
          </ac:spMkLst>
        </pc:spChg>
        <pc:spChg chg="mod">
          <ac:chgData name="Králík Martin (133972)" userId="b57e4bde-afd4-4b65-ad1f-59324e7702da" providerId="ADAL" clId="{F7BADDDC-B45C-41A9-BB58-96A288A103A1}" dt="2024-10-04T10:50:45.381" v="1167" actId="207"/>
          <ac:spMkLst>
            <pc:docMk/>
            <pc:sldMk cId="2116288954" sldId="324"/>
            <ac:spMk id="3" creationId="{AAF4FB0F-5C23-2621-8771-1B820AAA75E2}"/>
          </ac:spMkLst>
        </pc:spChg>
      </pc:sldChg>
      <pc:sldChg chg="addSp modSp new mod">
        <pc:chgData name="Králík Martin (133972)" userId="b57e4bde-afd4-4b65-ad1f-59324e7702da" providerId="ADAL" clId="{F7BADDDC-B45C-41A9-BB58-96A288A103A1}" dt="2024-10-04T11:28:59.262" v="1685" actId="20577"/>
        <pc:sldMkLst>
          <pc:docMk/>
          <pc:sldMk cId="1528628138" sldId="325"/>
        </pc:sldMkLst>
        <pc:spChg chg="mod">
          <ac:chgData name="Králík Martin (133972)" userId="b57e4bde-afd4-4b65-ad1f-59324e7702da" providerId="ADAL" clId="{F7BADDDC-B45C-41A9-BB58-96A288A103A1}" dt="2024-10-04T11:24:42.492" v="1449" actId="20577"/>
          <ac:spMkLst>
            <pc:docMk/>
            <pc:sldMk cId="1528628138" sldId="325"/>
            <ac:spMk id="2" creationId="{40318010-8E89-6977-83C0-8E928C72E380}"/>
          </ac:spMkLst>
        </pc:spChg>
        <pc:spChg chg="mod">
          <ac:chgData name="Králík Martin (133972)" userId="b57e4bde-afd4-4b65-ad1f-59324e7702da" providerId="ADAL" clId="{F7BADDDC-B45C-41A9-BB58-96A288A103A1}" dt="2024-10-04T11:28:59.262" v="1685" actId="20577"/>
          <ac:spMkLst>
            <pc:docMk/>
            <pc:sldMk cId="1528628138" sldId="325"/>
            <ac:spMk id="3" creationId="{1F1297D5-1D68-7E2A-48F1-84D7B876234E}"/>
          </ac:spMkLst>
        </pc:spChg>
        <pc:picChg chg="add mod">
          <ac:chgData name="Králík Martin (133972)" userId="b57e4bde-afd4-4b65-ad1f-59324e7702da" providerId="ADAL" clId="{F7BADDDC-B45C-41A9-BB58-96A288A103A1}" dt="2024-10-04T11:27:38.074" v="1616" actId="1076"/>
          <ac:picMkLst>
            <pc:docMk/>
            <pc:sldMk cId="1528628138" sldId="325"/>
            <ac:picMk id="4098" creationId="{322E9081-8108-2E47-72B4-714428ECFFB1}"/>
          </ac:picMkLst>
        </pc:picChg>
      </pc:sldChg>
      <pc:sldChg chg="modSp new mod">
        <pc:chgData name="Králík Martin (133972)" userId="b57e4bde-afd4-4b65-ad1f-59324e7702da" providerId="ADAL" clId="{F7BADDDC-B45C-41A9-BB58-96A288A103A1}" dt="2024-10-04T11:31:01.497" v="1839" actId="20577"/>
        <pc:sldMkLst>
          <pc:docMk/>
          <pc:sldMk cId="1679028075" sldId="326"/>
        </pc:sldMkLst>
        <pc:spChg chg="mod">
          <ac:chgData name="Králík Martin (133972)" userId="b57e4bde-afd4-4b65-ad1f-59324e7702da" providerId="ADAL" clId="{F7BADDDC-B45C-41A9-BB58-96A288A103A1}" dt="2024-10-04T11:30:23.192" v="1717" actId="20577"/>
          <ac:spMkLst>
            <pc:docMk/>
            <pc:sldMk cId="1679028075" sldId="326"/>
            <ac:spMk id="2" creationId="{5E8B3BCD-65C1-A3F5-AD15-62BBA396EC56}"/>
          </ac:spMkLst>
        </pc:spChg>
        <pc:spChg chg="mod">
          <ac:chgData name="Králík Martin (133972)" userId="b57e4bde-afd4-4b65-ad1f-59324e7702da" providerId="ADAL" clId="{F7BADDDC-B45C-41A9-BB58-96A288A103A1}" dt="2024-10-04T11:31:01.497" v="1839" actId="20577"/>
          <ac:spMkLst>
            <pc:docMk/>
            <pc:sldMk cId="1679028075" sldId="326"/>
            <ac:spMk id="3" creationId="{8E9EC219-C6BE-2E5E-9D08-5A5DA6EF2E2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E50C7-0C64-409A-8B8B-F68363A4411E}" type="datetimeFigureOut">
              <a:rPr lang="cs-CZ" smtClean="0"/>
              <a:t>06.10.2024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787900"/>
            <a:ext cx="5486400" cy="3916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9D3CE-F131-43EC-B36F-728A7AFBFF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300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444500" y="1243013"/>
            <a:ext cx="5969000" cy="3357562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9D3CE-F131-43EC-B36F-728A7AFBFF52}" type="slidenum">
              <a:rPr lang="cs-CZ" smtClean="0"/>
              <a:t>38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001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9D3CE-F131-43EC-B36F-728A7AFBFF52}" type="slidenum">
              <a:rPr lang="cs-CZ" smtClean="0"/>
              <a:t>51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9808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9D3CE-F131-43EC-B36F-728A7AFBFF52}" type="slidenum">
              <a:rPr lang="cs-CZ" smtClean="0"/>
              <a:t>52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5324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9D3CE-F131-43EC-B36F-728A7AFBFF52}" type="slidenum">
              <a:rPr lang="cs-CZ" smtClean="0"/>
              <a:t>59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0844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9D3CE-F131-43EC-B36F-728A7AFBFF52}" type="slidenum">
              <a:rPr lang="cs-CZ" smtClean="0"/>
              <a:t>61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404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9D3CE-F131-43EC-B36F-728A7AFBFF52}" type="slidenum">
              <a:rPr lang="cs-CZ" smtClean="0"/>
              <a:t>63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249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32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233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06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35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10/6/24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73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10/6/24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366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10/6/24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99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610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76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6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43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19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Elektrochemické zdroje proudu, napájení, UPS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Jiří Sekora, Martin Králík</a:t>
            </a:r>
          </a:p>
          <a:p>
            <a:r>
              <a:rPr lang="cs-CZ" dirty="0"/>
              <a:t>Silnoproudá a přístrojová elektrotechnika (ASPE)</a:t>
            </a:r>
          </a:p>
          <a:p>
            <a:r>
              <a:rPr lang="cs-CZ" dirty="0"/>
              <a:t>2024/25</a:t>
            </a:r>
          </a:p>
        </p:txBody>
      </p:sp>
    </p:spTree>
    <p:extLst>
      <p:ext uri="{BB962C8B-B14F-4D97-AF65-F5344CB8AC3E}">
        <p14:creationId xmlns:p14="http://schemas.microsoft.com/office/powerpoint/2010/main" val="409505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Elektrochemické zdroje</a:t>
            </a:r>
          </a:p>
        </p:txBody>
      </p:sp>
      <p:sp>
        <p:nvSpPr>
          <p:cNvPr id="4" name="Podnadpis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1434F989-2839-3C95-811D-23FF536E7610}"/>
              </a:ext>
            </a:extLst>
          </p:cNvPr>
          <p:cNvSpPr/>
          <p:nvPr/>
        </p:nvSpPr>
        <p:spPr>
          <a:xfrm>
            <a:off x="0" y="6794500"/>
            <a:ext cx="199869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488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Historie zdrojů proudu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Elektrochemické zdroje proudu byly vůbec první zdroje elektrické energie, které člověk začal prakticky používat.</a:t>
            </a:r>
          </a:p>
          <a:p>
            <a:r>
              <a:rPr lang="cs-CZ" dirty="0"/>
              <a:t>V počátcích rozvoje tohoto zdroje stejnosměrného proudu existovala řada různých typů článků, z nichž mnoho upadlo v zapomnění. </a:t>
            </a:r>
          </a:p>
          <a:p>
            <a:r>
              <a:rPr lang="cs-CZ" dirty="0"/>
              <a:t>Z historických článků „přežil“ až do dnešních dnů </a:t>
            </a:r>
            <a:r>
              <a:rPr lang="cs-CZ" dirty="0" err="1"/>
              <a:t>Leclancheův</a:t>
            </a:r>
            <a:r>
              <a:rPr lang="cs-CZ" dirty="0"/>
              <a:t> článek (</a:t>
            </a:r>
            <a:r>
              <a:rPr lang="cs-CZ" dirty="0" err="1"/>
              <a:t>Zn</a:t>
            </a:r>
            <a:r>
              <a:rPr lang="cs-CZ" dirty="0"/>
              <a:t>, chlorid-amonný-salmiak, burel, uhlík), který byl v průběhu času zlepšován, zejména z hlediska technologie jeho výroby.</a:t>
            </a:r>
          </a:p>
          <a:p>
            <a:r>
              <a:rPr lang="cs-CZ" dirty="0"/>
              <a:t>Na místo těch historických přibyla řada nových, jejichž vlastnosti jsou významně lepší. </a:t>
            </a:r>
          </a:p>
          <a:p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Elektrochemické zdroje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- Akumulátory - Napájecí zdroje - Stabilizace napětí - Spínané zdroje - Izolační zdroje - Záložní napájecí zdroje</a:t>
            </a:r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8047D6EA-0407-EF09-31D9-1E24B1A05B3A}"/>
              </a:ext>
            </a:extLst>
          </p:cNvPr>
          <p:cNvSpPr/>
          <p:nvPr/>
        </p:nvSpPr>
        <p:spPr>
          <a:xfrm>
            <a:off x="0" y="6794500"/>
            <a:ext cx="399738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5293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Rozdělení zdrojů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Primární články</a:t>
            </a:r>
          </a:p>
          <a:p>
            <a:endParaRPr lang="cs-CZ" dirty="0"/>
          </a:p>
          <a:p>
            <a:r>
              <a:rPr lang="cs-CZ" b="1" dirty="0"/>
              <a:t>Akumulátory</a:t>
            </a:r>
          </a:p>
          <a:p>
            <a:endParaRPr lang="cs-CZ" dirty="0"/>
          </a:p>
          <a:p>
            <a:r>
              <a:rPr lang="cs-CZ" b="1" dirty="0"/>
              <a:t>Palivové články</a:t>
            </a:r>
            <a:r>
              <a:rPr lang="cs-CZ" dirty="0"/>
              <a:t> vytvářejí elektrický proud na základě elektrochemické reakce mezi materiálem článku a látkou, která je do něj dodávána. V současné době jsou schopny dodávat i relativně velké výkony (třeba</a:t>
            </a:r>
            <a:br>
              <a:rPr lang="cs-CZ" dirty="0"/>
            </a:br>
            <a:r>
              <a:rPr lang="cs-CZ" dirty="0"/>
              <a:t>250 kW). Palivové články jsou uvažovány jako jedna z možností pohonu elektromobilů (s využitím vodíku).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Elektrochemické zdroje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- Akumulátory - Napájecí zdroje - Stabilizace napětí - Spínané zdroje 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5C98484E-DFB0-A635-4291-CA128A919E6B}"/>
              </a:ext>
            </a:extLst>
          </p:cNvPr>
          <p:cNvSpPr/>
          <p:nvPr/>
        </p:nvSpPr>
        <p:spPr>
          <a:xfrm>
            <a:off x="0" y="6794500"/>
            <a:ext cx="599607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773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Vlastnosti elektrochemických zdrojů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Všechny elektrochemické zdroje mají svoje specifické vlastnosti, které se liší v závislosti na použitém druhu zdroje. Proto, abychom je mohli efektivně využívat, musíme jejich vlastnosti podrobně znát.</a:t>
            </a:r>
          </a:p>
          <a:p>
            <a:r>
              <a:rPr lang="cs-CZ" dirty="0"/>
              <a:t>Elektrochemické zdroje proudu se odlišují nejen z hlediska jejich technologie, ale i provedením.</a:t>
            </a:r>
          </a:p>
          <a:p>
            <a:r>
              <a:rPr lang="cs-CZ" dirty="0"/>
              <a:t>Velikosti a provedení jsou do určité míry </a:t>
            </a:r>
            <a:r>
              <a:rPr lang="cs-CZ" b="1" dirty="0"/>
              <a:t>standardizovány</a:t>
            </a:r>
            <a:r>
              <a:rPr lang="cs-CZ" dirty="0"/>
              <a:t>.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Elektrochemické zdroje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- Akumulátory - Napájecí zdroje - Stabilizace napětí - Spínané zdroje 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FD9E1631-E4E4-8B2B-EE3D-5EF662BCE356}"/>
              </a:ext>
            </a:extLst>
          </p:cNvPr>
          <p:cNvSpPr/>
          <p:nvPr/>
        </p:nvSpPr>
        <p:spPr>
          <a:xfrm>
            <a:off x="0" y="6794500"/>
            <a:ext cx="799475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1236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Vybrané pojmy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825625"/>
            <a:ext cx="10515601" cy="4351338"/>
          </a:xfrm>
        </p:spPr>
        <p:txBody>
          <a:bodyPr>
            <a:noAutofit/>
          </a:bodyPr>
          <a:lstStyle/>
          <a:p>
            <a:r>
              <a:rPr lang="cs-CZ" sz="2400" b="1" dirty="0"/>
              <a:t>Galvanický článek</a:t>
            </a:r>
            <a:r>
              <a:rPr lang="cs-CZ" sz="2400" dirty="0"/>
              <a:t> je elektrochemické zařízení schopné dodávat elektrickou energii do vnějšího obvodu na základě elektrochemických reakcí probíhajících uvnitř článku.</a:t>
            </a:r>
          </a:p>
          <a:p>
            <a:r>
              <a:rPr lang="cs-CZ" sz="2400" b="1" dirty="0"/>
              <a:t>Vnitřní odpor článku [</a:t>
            </a:r>
            <a:r>
              <a:rPr lang="el-GR" sz="2400" b="1" dirty="0"/>
              <a:t>Ω</a:t>
            </a:r>
            <a:r>
              <a:rPr lang="cs-CZ" sz="2400" b="1" dirty="0"/>
              <a:t>]</a:t>
            </a:r>
            <a:r>
              <a:rPr lang="el-GR" sz="2400" dirty="0"/>
              <a:t> </a:t>
            </a:r>
            <a:r>
              <a:rPr lang="cs-CZ" sz="2400" dirty="0"/>
              <a:t>je velikost odporu článku v případě, že jím protéká proud. Vnitřní odpor článku je určující veličinou proto, jaký maximální proud je článek schopen dodat.</a:t>
            </a:r>
          </a:p>
          <a:p>
            <a:r>
              <a:rPr lang="cs-CZ" sz="2400" b="1" dirty="0"/>
              <a:t>Rychlost nabíjení „C“</a:t>
            </a:r>
            <a:r>
              <a:rPr lang="cs-CZ" sz="2400" dirty="0"/>
              <a:t> je nabíjení proudem, který je číselně roven kapacitě akumulátoru v </a:t>
            </a:r>
            <a:r>
              <a:rPr lang="cs-CZ" sz="2400" dirty="0" err="1"/>
              <a:t>Ah</a:t>
            </a:r>
            <a:r>
              <a:rPr lang="cs-CZ" sz="2400" dirty="0"/>
              <a:t>. Je to tedy proud, kterým by se akumulátor s danou kapacitou nabil právě za jednu hodinu (bude-li např. kapacita akumulátoru 2,5 </a:t>
            </a:r>
            <a:r>
              <a:rPr lang="cs-CZ" sz="2400" dirty="0" err="1"/>
              <a:t>Ah</a:t>
            </a:r>
            <a:r>
              <a:rPr lang="cs-CZ" sz="2400" dirty="0"/>
              <a:t>, pak je C=2,5 A).</a:t>
            </a: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Akumulátory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 zdroje - Stabilizace napětí - Spínané zdroje - Izolační zdroje - Záložní napájecí zdroje</a:t>
            </a:r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9D9C1EEF-6D23-09D8-1B16-D5C42A2F8C7D}"/>
              </a:ext>
            </a:extLst>
          </p:cNvPr>
          <p:cNvSpPr/>
          <p:nvPr/>
        </p:nvSpPr>
        <p:spPr>
          <a:xfrm>
            <a:off x="0" y="6794500"/>
            <a:ext cx="1598951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60321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Vybrané pojmy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825625"/>
            <a:ext cx="10515601" cy="4351338"/>
          </a:xfrm>
        </p:spPr>
        <p:txBody>
          <a:bodyPr>
            <a:noAutofit/>
          </a:bodyPr>
          <a:lstStyle/>
          <a:p>
            <a:r>
              <a:rPr lang="cs-CZ" sz="2400" b="1" dirty="0"/>
              <a:t>Kapacita baterie [</a:t>
            </a:r>
            <a:r>
              <a:rPr lang="cs-CZ" sz="2400" b="1" dirty="0" err="1"/>
              <a:t>Ah</a:t>
            </a:r>
            <a:r>
              <a:rPr lang="cs-CZ" sz="2400" b="1" dirty="0"/>
              <a:t>]</a:t>
            </a:r>
            <a:r>
              <a:rPr lang="cs-CZ" sz="2400" dirty="0"/>
              <a:t> je definována jako množství proudu, který je baterie schopna dodávat po jednu hodinu za předpokladu, že před počátkem vybíjení byla baterie plně nabita.</a:t>
            </a:r>
          </a:p>
          <a:p>
            <a:r>
              <a:rPr lang="cs-CZ" sz="2400" b="1" dirty="0"/>
              <a:t>Střední napětí článku</a:t>
            </a:r>
            <a:r>
              <a:rPr lang="cs-CZ" sz="2400" dirty="0"/>
              <a:t> je napětí článku měřené za podmínky, kdy byl vybit na</a:t>
            </a:r>
            <a:br>
              <a:rPr lang="cs-CZ" sz="2400" dirty="0"/>
            </a:br>
            <a:r>
              <a:rPr lang="cs-CZ" sz="2400" dirty="0"/>
              <a:t>50 % jeho celkové kapacity.</a:t>
            </a:r>
          </a:p>
          <a:p>
            <a:r>
              <a:rPr lang="cs-CZ" sz="2400" b="1" dirty="0"/>
              <a:t>Konec vybíjení</a:t>
            </a:r>
            <a:r>
              <a:rPr lang="cs-CZ" sz="2400" dirty="0"/>
              <a:t> je definován určitou hodnotou napětí na konci vybíjecí charakteristiky.</a:t>
            </a:r>
          </a:p>
          <a:p>
            <a:r>
              <a:rPr lang="cs-CZ" sz="2400" b="1" dirty="0"/>
              <a:t>Hustota energie</a:t>
            </a:r>
            <a:r>
              <a:rPr lang="cs-CZ" sz="2400" dirty="0"/>
              <a:t> v článku nebo v baterii může být obecně vyjádřena dvěma způsoby. Buďto se vyjadřuje, kolik energie obsahuje baterie vzhledem k její hmotnosti [Wh/kg], nebo se určuje, kolik energie obsahuje vzhledem k jejímu objemu [Wh/l].</a:t>
            </a:r>
            <a:endParaRPr lang="cs-CZ" sz="2000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Akumulátory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 zdroje - Stabilizace napětí - Spínané zdroje - Izolační zdroje - Záložní napájecí zdroje</a:t>
            </a:r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BD86A22E-D9BF-2009-B341-CE33DB5D91AB}"/>
              </a:ext>
            </a:extLst>
          </p:cNvPr>
          <p:cNvSpPr/>
          <p:nvPr/>
        </p:nvSpPr>
        <p:spPr>
          <a:xfrm>
            <a:off x="0" y="6794500"/>
            <a:ext cx="1798820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282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Vybrané pojmy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r>
              <a:rPr lang="cs-CZ" sz="2400" b="1" dirty="0"/>
              <a:t>Samovolné vybíjení</a:t>
            </a:r>
            <a:r>
              <a:rPr lang="cs-CZ" sz="2400" dirty="0"/>
              <a:t> (vyskytuje se u všech baterií) určuje vnitřní ztráty v baterii. Určuje v podstatě skladovatelnost daného typu baterie s ohledem na její vnitřní ztráty – tj. kolik energie se ztratí vnitřními pochody v baterii za určité časové období. </a:t>
            </a:r>
          </a:p>
          <a:p>
            <a:r>
              <a:rPr lang="cs-CZ" sz="2400" b="1" dirty="0"/>
              <a:t>Špičkový proud</a:t>
            </a:r>
            <a:r>
              <a:rPr lang="cs-CZ" sz="2400" dirty="0"/>
              <a:t> je maximální proud, který je baterie schopna dodat do zátěže.</a:t>
            </a:r>
            <a:br>
              <a:rPr lang="cs-CZ" sz="2400" dirty="0"/>
            </a:br>
            <a:r>
              <a:rPr lang="cs-CZ" sz="2400" dirty="0"/>
              <a:t>Je přímo závislý na vnitřním odporu baterie.</a:t>
            </a:r>
          </a:p>
          <a:p>
            <a:r>
              <a:rPr lang="cs-CZ" sz="2400" b="1" dirty="0"/>
              <a:t>Pomalé nabíjení</a:t>
            </a:r>
            <a:r>
              <a:rPr lang="cs-CZ" sz="2400" dirty="0"/>
              <a:t> je definováno jako nabíjení, které umožňuje bezpečné nabíjení baterie bez jakéhokoliv monitorování jejího stavu. Obvykle se používá nabíjecí proud C/10. </a:t>
            </a:r>
          </a:p>
          <a:p>
            <a:r>
              <a:rPr lang="cs-CZ" sz="2400" b="1" dirty="0"/>
              <a:t>Udržovací nabíjení</a:t>
            </a:r>
            <a:r>
              <a:rPr lang="cs-CZ" sz="2400" dirty="0"/>
              <a:t> je nabíjení nabité baterie proudem, který právě kryje velikost samovolného vybíjení.</a:t>
            </a: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Akumulátory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 zdroje - Stabilizace napětí - Spínané zdroje - Izolační zdroje - Záložní napájecí zdroje</a:t>
            </a:r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1107D27D-0EC8-2F12-4BBA-D66BF37B5E0F}"/>
              </a:ext>
            </a:extLst>
          </p:cNvPr>
          <p:cNvSpPr/>
          <p:nvPr/>
        </p:nvSpPr>
        <p:spPr>
          <a:xfrm>
            <a:off x="0" y="6794500"/>
            <a:ext cx="1998688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7485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80E45-95F0-107B-9596-26C9091C6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Primární články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7CE8375-94FA-C8C4-B615-2AC5CD74FC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404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DE6D-5D8C-5FE8-17E2-1093FABF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Primární články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592CB-FBD0-5D87-6CB4-10D769AA4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Nevratná chemická reakce -&gt; po vybití nelze dobít</a:t>
            </a:r>
          </a:p>
          <a:p>
            <a:r>
              <a:rPr lang="cs-CZ" dirty="0"/>
              <a:t>Oxidace na anodě (uvolňování elektronů) a redukce na katodě</a:t>
            </a:r>
          </a:p>
          <a:p>
            <a:r>
              <a:rPr lang="cs-CZ" dirty="0"/>
              <a:t>Většinou reakce kov (anoda) – elektrolyt</a:t>
            </a:r>
          </a:p>
          <a:p>
            <a:r>
              <a:rPr lang="cs-CZ" dirty="0">
                <a:solidFill>
                  <a:srgbClr val="00B050"/>
                </a:solidFill>
              </a:rPr>
              <a:t>Dostupné, levnější, některé pracují v širokém rozsahu teplot</a:t>
            </a:r>
          </a:p>
          <a:p>
            <a:r>
              <a:rPr lang="cs-CZ" dirty="0">
                <a:solidFill>
                  <a:srgbClr val="C00000"/>
                </a:solidFill>
              </a:rPr>
              <a:t>Nevratné, ekologická zátěž</a:t>
            </a:r>
          </a:p>
        </p:txBody>
      </p:sp>
      <p:pic>
        <p:nvPicPr>
          <p:cNvPr id="3074" name="Picture 2" descr="Potato Battery Experiment PDF Download Chemistry for Classroom Cool Science  Experiment - Etsy">
            <a:extLst>
              <a:ext uri="{FF2B5EF4-FFF2-40B4-BE49-F238E27FC236}">
                <a16:creationId xmlns:a16="http://schemas.microsoft.com/office/drawing/2014/main" id="{0C9BB5F5-422F-84E3-918C-DB2AB5722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009" y="3836894"/>
            <a:ext cx="4273606" cy="3021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878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Primární články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825625"/>
            <a:ext cx="4930211" cy="4351338"/>
          </a:xfrm>
        </p:spPr>
        <p:txBody>
          <a:bodyPr>
            <a:normAutofit/>
          </a:bodyPr>
          <a:lstStyle/>
          <a:p>
            <a:r>
              <a:rPr lang="cs-CZ" dirty="0" err="1"/>
              <a:t>Zinko</a:t>
            </a:r>
            <a:r>
              <a:rPr lang="cs-CZ" dirty="0"/>
              <a:t>-uhlíkové</a:t>
            </a:r>
          </a:p>
          <a:p>
            <a:r>
              <a:rPr lang="cs-CZ" dirty="0" err="1"/>
              <a:t>Zinko</a:t>
            </a:r>
            <a:r>
              <a:rPr lang="cs-CZ" dirty="0"/>
              <a:t>-chloridové</a:t>
            </a:r>
          </a:p>
          <a:p>
            <a:r>
              <a:rPr lang="cs-CZ" dirty="0"/>
              <a:t>Alkalické</a:t>
            </a:r>
          </a:p>
          <a:p>
            <a:r>
              <a:rPr lang="cs-CZ" dirty="0"/>
              <a:t>Lithiové</a:t>
            </a:r>
          </a:p>
          <a:p>
            <a:pPr lvl="1"/>
            <a:r>
              <a:rPr lang="cs-CZ" dirty="0"/>
              <a:t>válcové (s rozdílným napětím)</a:t>
            </a:r>
          </a:p>
          <a:p>
            <a:pPr lvl="1"/>
            <a:r>
              <a:rPr lang="cs-CZ" dirty="0"/>
              <a:t>knoflíkové (s rozdílným napětím)</a:t>
            </a:r>
          </a:p>
          <a:p>
            <a:pPr lvl="1"/>
            <a:r>
              <a:rPr lang="cs-CZ" dirty="0"/>
              <a:t>hranolové (s rozdílným napětím)</a:t>
            </a:r>
          </a:p>
          <a:p>
            <a:endParaRPr lang="cs-CZ" dirty="0"/>
          </a:p>
        </p:txBody>
      </p:sp>
      <p:sp>
        <p:nvSpPr>
          <p:cNvPr id="4" name="Zástupný symbol pro obsah 2"/>
          <p:cNvSpPr txBox="1">
            <a:spLocks/>
          </p:cNvSpPr>
          <p:nvPr/>
        </p:nvSpPr>
        <p:spPr>
          <a:xfrm>
            <a:off x="6906126" y="1825625"/>
            <a:ext cx="44476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Vzduchem depolarizované</a:t>
            </a:r>
          </a:p>
          <a:p>
            <a:pPr lvl="1"/>
            <a:r>
              <a:rPr lang="cs-CZ" dirty="0"/>
              <a:t>knoflíkové</a:t>
            </a:r>
          </a:p>
          <a:p>
            <a:pPr lvl="1"/>
            <a:r>
              <a:rPr lang="cs-CZ" dirty="0"/>
              <a:t>velké</a:t>
            </a:r>
          </a:p>
          <a:p>
            <a:r>
              <a:rPr lang="cs-CZ" dirty="0"/>
              <a:t>Stříbro-zinkové</a:t>
            </a:r>
          </a:p>
          <a:p>
            <a:r>
              <a:rPr lang="cs-CZ" dirty="0"/>
              <a:t>Rtuťové</a:t>
            </a:r>
          </a:p>
          <a:p>
            <a:r>
              <a:rPr lang="cs-CZ" dirty="0"/>
              <a:t>Ostatní</a:t>
            </a:r>
          </a:p>
          <a:p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Elektrochemické zdroje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- Akumulátory - Napájecí zdroje - Stabilizace napětí - Spínané zdroje - Izolační zdroje - Záložní napájecí zdroje</a:t>
            </a:r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F62932DE-950F-DC26-6965-DC104DF6AA6D}"/>
              </a:ext>
            </a:extLst>
          </p:cNvPr>
          <p:cNvSpPr/>
          <p:nvPr/>
        </p:nvSpPr>
        <p:spPr>
          <a:xfrm>
            <a:off x="0" y="6794500"/>
            <a:ext cx="999344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2589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432" y="1825625"/>
            <a:ext cx="5085347" cy="2978632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Vnitřní uspořádání </a:t>
            </a:r>
            <a:r>
              <a:rPr lang="cs-CZ" dirty="0" err="1"/>
              <a:t>zinko</a:t>
            </a:r>
            <a:r>
              <a:rPr lang="cs-CZ" dirty="0"/>
              <a:t>-chloridového článku</a:t>
            </a:r>
          </a:p>
        </p:txBody>
      </p:sp>
      <p:sp>
        <p:nvSpPr>
          <p:cNvPr id="5" name="Zástupný symbol pro obsah 2"/>
          <p:cNvSpPr txBox="1">
            <a:spLocks/>
          </p:cNvSpPr>
          <p:nvPr/>
        </p:nvSpPr>
        <p:spPr>
          <a:xfrm>
            <a:off x="838200" y="1825625"/>
            <a:ext cx="594836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2400" dirty="0"/>
          </a:p>
          <a:p>
            <a:r>
              <a:rPr lang="cs-CZ" sz="2400" dirty="0"/>
              <a:t>Zápornou elektrodu tvoří zinkový kalíšek, který</a:t>
            </a:r>
            <a:br>
              <a:rPr lang="cs-CZ" sz="2400" dirty="0"/>
            </a:br>
            <a:r>
              <a:rPr lang="cs-CZ" sz="2400" dirty="0"/>
              <a:t>zároveň tvoří vnější obal článku.</a:t>
            </a:r>
          </a:p>
          <a:p>
            <a:r>
              <a:rPr lang="cs-CZ" sz="2400" dirty="0"/>
              <a:t>Kladnou elektrodu tvoří práškový oxid manganičitý</a:t>
            </a:r>
            <a:br>
              <a:rPr lang="cs-CZ" sz="2400" dirty="0"/>
            </a:br>
            <a:r>
              <a:rPr lang="cs-CZ" sz="2400" dirty="0"/>
              <a:t>(MnO</a:t>
            </a:r>
            <a:r>
              <a:rPr lang="cs-CZ" sz="2400" baseline="-25000" dirty="0"/>
              <a:t>2</a:t>
            </a:r>
            <a:r>
              <a:rPr lang="cs-CZ" sz="2400" dirty="0"/>
              <a:t>, burel), který je pro lepší vodivost</a:t>
            </a:r>
            <a:br>
              <a:rPr lang="cs-CZ" sz="2400" dirty="0"/>
            </a:br>
            <a:r>
              <a:rPr lang="cs-CZ" sz="2400" dirty="0"/>
              <a:t>smíchán s práškovým uhlíkem. Do této</a:t>
            </a:r>
            <a:br>
              <a:rPr lang="cs-CZ" sz="2400" dirty="0"/>
            </a:br>
            <a:r>
              <a:rPr lang="cs-CZ" sz="2400" dirty="0"/>
              <a:t>směsi je vložena uhlíková tyčinka umístěná</a:t>
            </a:r>
            <a:br>
              <a:rPr lang="cs-CZ" sz="2400" dirty="0"/>
            </a:br>
            <a:r>
              <a:rPr lang="cs-CZ" sz="2400" dirty="0"/>
              <a:t>v ose článku.</a:t>
            </a:r>
          </a:p>
          <a:p>
            <a:r>
              <a:rPr lang="cs-CZ" sz="2400" dirty="0"/>
              <a:t>Elektrolyt tvoří vodný roztok chloridu amonného (NH</a:t>
            </a:r>
            <a:r>
              <a:rPr lang="cs-CZ" sz="2400" baseline="-25000" dirty="0"/>
              <a:t>4</a:t>
            </a:r>
            <a:r>
              <a:rPr lang="cs-CZ" sz="2400" dirty="0"/>
              <a:t>Cl, salmiak).</a:t>
            </a:r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Akumulátory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 zdroje - Stabilizace napětí - Spínané zdroje - Izolační zdroje - Záložní napájecí zdroje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711E8426-9E7E-6F94-9148-907A5346EEED}"/>
              </a:ext>
            </a:extLst>
          </p:cNvPr>
          <p:cNvSpPr/>
          <p:nvPr/>
        </p:nvSpPr>
        <p:spPr>
          <a:xfrm>
            <a:off x="0" y="6794500"/>
            <a:ext cx="2398426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35931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9FF8-D868-A2DE-A593-FCF551FD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Alkalický článek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58377-30F7-E695-1330-9A7FB38CB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7600"/>
            <a:ext cx="6248400" cy="4446588"/>
          </a:xfrm>
        </p:spPr>
        <p:txBody>
          <a:bodyPr/>
          <a:lstStyle/>
          <a:p>
            <a:r>
              <a:rPr lang="cs-CZ" dirty="0"/>
              <a:t>Proti Zn-Cl článku elektrolytem hydroxid draselný</a:t>
            </a:r>
          </a:p>
          <a:p>
            <a:r>
              <a:rPr lang="cs-CZ" dirty="0">
                <a:solidFill>
                  <a:srgbClr val="00B050"/>
                </a:solidFill>
              </a:rPr>
              <a:t>Vyšší kapacita a životnost</a:t>
            </a:r>
          </a:p>
          <a:p>
            <a:r>
              <a:rPr lang="cs-CZ" dirty="0">
                <a:solidFill>
                  <a:srgbClr val="C00000"/>
                </a:solidFill>
              </a:rPr>
              <a:t>Vyšší cena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BEBA8941-8549-EBCD-539B-0C3BE53BB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613" y="1635919"/>
            <a:ext cx="4781549" cy="358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449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Lithiové primární články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825623"/>
            <a:ext cx="6233161" cy="3861074"/>
          </a:xfrm>
        </p:spPr>
        <p:txBody>
          <a:bodyPr>
            <a:normAutofit/>
          </a:bodyPr>
          <a:lstStyle/>
          <a:p>
            <a:r>
              <a:rPr lang="cs-CZ" sz="2400" dirty="0"/>
              <a:t>Lithiové primární baterie se vyznačují velkým obsahem energie na jednotku objemu</a:t>
            </a:r>
          </a:p>
          <a:p>
            <a:r>
              <a:rPr lang="cs-CZ" sz="2400" dirty="0"/>
              <a:t>Minimálním samovolným vybíjením</a:t>
            </a:r>
          </a:p>
          <a:p>
            <a:r>
              <a:rPr lang="cs-CZ" sz="2400" dirty="0"/>
              <a:t>Velkým rozsahem pracovních teplot</a:t>
            </a:r>
            <a:br>
              <a:rPr lang="cs-CZ" sz="2400" dirty="0"/>
            </a:br>
            <a:r>
              <a:rPr lang="cs-CZ" sz="2400" dirty="0"/>
              <a:t>(-40°C až 60°C)</a:t>
            </a:r>
          </a:p>
          <a:p>
            <a:r>
              <a:rPr lang="cs-CZ" sz="2400" dirty="0"/>
              <a:t>Dlouhou dobou skladovatelnosti (až 20 let)</a:t>
            </a:r>
          </a:p>
          <a:p>
            <a:r>
              <a:rPr lang="cs-CZ" sz="2400" dirty="0"/>
              <a:t>Vyrábějí se v řadě velikostí a provedení</a:t>
            </a:r>
          </a:p>
          <a:p>
            <a:r>
              <a:rPr lang="cs-CZ" sz="2400" dirty="0"/>
              <a:t>V současné době jsou to např. jediné zdroje pro napájení </a:t>
            </a:r>
            <a:r>
              <a:rPr lang="cs-CZ" sz="2400" dirty="0" err="1"/>
              <a:t>implantabilních</a:t>
            </a:r>
            <a:r>
              <a:rPr lang="cs-CZ" sz="2400" dirty="0"/>
              <a:t> kardiostimulátorů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360" y="1825623"/>
            <a:ext cx="5101796" cy="3573692"/>
          </a:xfrm>
          <a:prstGeom prst="rect">
            <a:avLst/>
          </a:prstGeom>
        </p:spPr>
      </p:pic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Akumulátory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 zdroje - Stabilizace napětí - Spínané zdroje - Izolační zdroje - Záložní napájecí zdroje</a:t>
            </a:r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63F3AF28-13B3-7035-C0AF-D8290257AC36}"/>
              </a:ext>
            </a:extLst>
          </p:cNvPr>
          <p:cNvSpPr/>
          <p:nvPr/>
        </p:nvSpPr>
        <p:spPr>
          <a:xfrm>
            <a:off x="0" y="6794500"/>
            <a:ext cx="2598295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8150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63562F-6485-BC7B-4B48-D0FAA543DF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Sekundární články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6D24197-898F-C64A-A078-82A315961D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2364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FC77E-F257-F290-C112-454BC50A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Sekundární elektrochemické zdroje - akumulátory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4FB0F-5C23-2621-8771-1B820AAA7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Umožňují opětovné nabití</a:t>
            </a:r>
          </a:p>
          <a:p>
            <a:r>
              <a:rPr lang="cs-CZ" dirty="0"/>
              <a:t>Při nabíjení se regenerují chemické látky na anodě a katodě</a:t>
            </a:r>
          </a:p>
          <a:p>
            <a:r>
              <a:rPr lang="cs-CZ" dirty="0"/>
              <a:t>Využití</a:t>
            </a:r>
          </a:p>
          <a:p>
            <a:pPr lvl="1"/>
            <a:r>
              <a:rPr lang="cs-CZ" dirty="0"/>
              <a:t>Elektronika</a:t>
            </a:r>
          </a:p>
          <a:p>
            <a:pPr lvl="1"/>
            <a:r>
              <a:rPr lang="cs-CZ" dirty="0"/>
              <a:t>Elektromobilita</a:t>
            </a:r>
          </a:p>
          <a:p>
            <a:pPr lvl="1"/>
            <a:r>
              <a:rPr lang="cs-CZ" dirty="0"/>
              <a:t>Ukládání energie a UPS</a:t>
            </a:r>
          </a:p>
          <a:p>
            <a:r>
              <a:rPr lang="cs-CZ" dirty="0">
                <a:solidFill>
                  <a:srgbClr val="00B050"/>
                </a:solidFill>
              </a:rPr>
              <a:t>Opakované použití, vysoká energetická hustota</a:t>
            </a:r>
          </a:p>
          <a:p>
            <a:r>
              <a:rPr lang="cs-CZ" dirty="0">
                <a:solidFill>
                  <a:srgbClr val="C00000"/>
                </a:solidFill>
              </a:rPr>
              <a:t>Vyšší pořizovací cena, omezená životnost, ekologické dopady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16288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Olověné akumulátory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70965" y="1825625"/>
            <a:ext cx="10582835" cy="328425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cs-CZ" dirty="0"/>
              <a:t>Akumulátor tvoří dvě desky na bázi olova ponořené do zředěné kyseliny sírové (kyselý akumulátor)</a:t>
            </a:r>
          </a:p>
          <a:p>
            <a:pPr>
              <a:lnSpc>
                <a:spcPct val="120000"/>
              </a:lnSpc>
            </a:pPr>
            <a:r>
              <a:rPr lang="cs-CZ" dirty="0"/>
              <a:t>Při </a:t>
            </a:r>
            <a:r>
              <a:rPr lang="cs-CZ" dirty="0">
                <a:solidFill>
                  <a:srgbClr val="00B050"/>
                </a:solidFill>
              </a:rPr>
              <a:t>nabíjení</a:t>
            </a:r>
            <a:r>
              <a:rPr lang="cs-CZ" dirty="0"/>
              <a:t> vlivem elektrochemických procesů koncentrace kyseliny roste a hustota elektrolytu se zvětšuje. Po skončení nabíjení je na kladné desce tmavohnědý oxid </a:t>
            </a:r>
            <a:r>
              <a:rPr lang="cs-CZ" dirty="0" err="1"/>
              <a:t>olovičitý</a:t>
            </a:r>
            <a:r>
              <a:rPr lang="cs-CZ" dirty="0"/>
              <a:t> (PbO</a:t>
            </a:r>
            <a:r>
              <a:rPr lang="cs-CZ" baseline="-25000" dirty="0"/>
              <a:t>2</a:t>
            </a:r>
            <a:r>
              <a:rPr lang="cs-CZ" dirty="0"/>
              <a:t>) a na záporné elektrodě je jemně rozptýlené tmavošedé olovo.</a:t>
            </a:r>
          </a:p>
          <a:p>
            <a:pPr>
              <a:lnSpc>
                <a:spcPct val="120000"/>
              </a:lnSpc>
            </a:pPr>
            <a:r>
              <a:rPr lang="cs-CZ" dirty="0"/>
              <a:t>Při </a:t>
            </a:r>
            <a:r>
              <a:rPr lang="cs-CZ" dirty="0">
                <a:solidFill>
                  <a:srgbClr val="FF0000"/>
                </a:solidFill>
              </a:rPr>
              <a:t>vybíjení</a:t>
            </a:r>
            <a:r>
              <a:rPr lang="cs-CZ" dirty="0"/>
              <a:t> je pochod opačný, elektrolyt řídne (H</a:t>
            </a:r>
            <a:r>
              <a:rPr lang="cs-CZ" baseline="-25000" dirty="0"/>
              <a:t>2</a:t>
            </a:r>
            <a:r>
              <a:rPr lang="cs-CZ" dirty="0"/>
              <a:t>SO</a:t>
            </a:r>
            <a:r>
              <a:rPr lang="cs-CZ" baseline="-25000" dirty="0"/>
              <a:t>4</a:t>
            </a:r>
            <a:r>
              <a:rPr lang="cs-CZ" dirty="0"/>
              <a:t> se spotřebovává a uvolňuje se voda) a ve vybitém stavu je na kladné elektrodě (desce) červenohnědý a na záporné desce tmavošedý síran olovnatý (PbSO</a:t>
            </a:r>
            <a:r>
              <a:rPr lang="cs-CZ" baseline="-25000" dirty="0"/>
              <a:t>4</a:t>
            </a:r>
            <a:r>
              <a:rPr lang="cs-CZ" dirty="0"/>
              <a:t>).</a:t>
            </a:r>
          </a:p>
        </p:txBody>
      </p:sp>
      <p:graphicFrame>
        <p:nvGraphicFramePr>
          <p:cNvPr id="4" name="Tabulk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497672"/>
              </p:ext>
            </p:extLst>
          </p:nvPr>
        </p:nvGraphicFramePr>
        <p:xfrm>
          <a:off x="2509527" y="4999095"/>
          <a:ext cx="6688262" cy="14506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0257">
                  <a:extLst>
                    <a:ext uri="{9D8B030D-6E8A-4147-A177-3AD203B41FA5}">
                      <a16:colId xmlns:a16="http://schemas.microsoft.com/office/drawing/2014/main" val="3192354627"/>
                    </a:ext>
                  </a:extLst>
                </a:gridCol>
                <a:gridCol w="504885">
                  <a:extLst>
                    <a:ext uri="{9D8B030D-6E8A-4147-A177-3AD203B41FA5}">
                      <a16:colId xmlns:a16="http://schemas.microsoft.com/office/drawing/2014/main" val="4028087106"/>
                    </a:ext>
                  </a:extLst>
                </a:gridCol>
                <a:gridCol w="3113120">
                  <a:extLst>
                    <a:ext uri="{9D8B030D-6E8A-4147-A177-3AD203B41FA5}">
                      <a16:colId xmlns:a16="http://schemas.microsoft.com/office/drawing/2014/main" val="1751871656"/>
                    </a:ext>
                  </a:extLst>
                </a:gridCol>
              </a:tblGrid>
              <a:tr h="389254"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síran olovnatý</a:t>
                      </a:r>
                    </a:p>
                  </a:txBody>
                  <a:tcPr marL="117782" marR="117782" marT="58891" marB="58891"/>
                </a:tc>
                <a:tc>
                  <a:txBody>
                    <a:bodyPr/>
                    <a:lstStyle/>
                    <a:p>
                      <a:pPr algn="ctr"/>
                      <a:endParaRPr lang="cs-CZ" sz="2400" dirty="0"/>
                    </a:p>
                  </a:txBody>
                  <a:tcPr marL="117782" marR="117782" marT="58891" marB="588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oxid </a:t>
                      </a:r>
                      <a:r>
                        <a:rPr lang="cs-CZ" sz="2400" dirty="0" err="1"/>
                        <a:t>olovičitý</a:t>
                      </a:r>
                      <a:endParaRPr lang="cs-CZ" sz="2400" dirty="0"/>
                    </a:p>
                  </a:txBody>
                  <a:tcPr marL="117782" marR="117782" marT="58891" marB="58891"/>
                </a:tc>
                <a:extLst>
                  <a:ext uri="{0D108BD9-81ED-4DB2-BD59-A6C34878D82A}">
                    <a16:rowId xmlns:a16="http://schemas.microsoft.com/office/drawing/2014/main" val="1700430004"/>
                  </a:ext>
                </a:extLst>
              </a:tr>
              <a:tr h="389254"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2 PbSO</a:t>
                      </a:r>
                      <a:r>
                        <a:rPr lang="cs-CZ" sz="2400" baseline="-25000" dirty="0"/>
                        <a:t>4</a:t>
                      </a:r>
                      <a:r>
                        <a:rPr lang="cs-CZ" sz="2400" dirty="0"/>
                        <a:t> + 2 H</a:t>
                      </a:r>
                      <a:r>
                        <a:rPr lang="cs-CZ" sz="2400" baseline="-25000" dirty="0"/>
                        <a:t>2</a:t>
                      </a:r>
                      <a:r>
                        <a:rPr lang="cs-CZ" sz="2400" dirty="0"/>
                        <a:t>O</a:t>
                      </a:r>
                    </a:p>
                  </a:txBody>
                  <a:tcPr marL="117782" marR="117782" marT="58891" marB="588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↔</a:t>
                      </a:r>
                    </a:p>
                  </a:txBody>
                  <a:tcPr marL="117782" marR="117782" marT="58891" marB="588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PbO</a:t>
                      </a:r>
                      <a:r>
                        <a:rPr lang="cs-CZ" sz="2400" baseline="-25000" dirty="0"/>
                        <a:t>2</a:t>
                      </a:r>
                      <a:r>
                        <a:rPr lang="cs-CZ" sz="2400" dirty="0"/>
                        <a:t> + </a:t>
                      </a:r>
                      <a:r>
                        <a:rPr lang="cs-CZ" sz="2400" dirty="0" err="1"/>
                        <a:t>Pb</a:t>
                      </a:r>
                      <a:r>
                        <a:rPr lang="cs-CZ" sz="2400" dirty="0"/>
                        <a:t> + 2  H</a:t>
                      </a:r>
                      <a:r>
                        <a:rPr lang="cs-CZ" sz="2400" baseline="-25000" dirty="0"/>
                        <a:t>2</a:t>
                      </a:r>
                      <a:r>
                        <a:rPr lang="cs-CZ" sz="2400" dirty="0"/>
                        <a:t>SO</a:t>
                      </a:r>
                      <a:r>
                        <a:rPr lang="cs-CZ" sz="2400" baseline="-25000" dirty="0"/>
                        <a:t>4</a:t>
                      </a:r>
                      <a:endParaRPr lang="cs-CZ" sz="2400" dirty="0"/>
                    </a:p>
                  </a:txBody>
                  <a:tcPr marL="117782" marR="117782" marT="58891" marB="58891"/>
                </a:tc>
                <a:extLst>
                  <a:ext uri="{0D108BD9-81ED-4DB2-BD59-A6C34878D82A}">
                    <a16:rowId xmlns:a16="http://schemas.microsoft.com/office/drawing/2014/main" val="600959068"/>
                  </a:ext>
                </a:extLst>
              </a:tr>
              <a:tr h="389254">
                <a:tc>
                  <a:txBody>
                    <a:bodyPr/>
                    <a:lstStyle/>
                    <a:p>
                      <a:pPr algn="ctr"/>
                      <a:r>
                        <a:rPr lang="cs-CZ" sz="2400" kern="1200" dirty="0">
                          <a:solidFill>
                            <a:srgbClr val="00B050"/>
                          </a:solidFill>
                          <a:latin typeface="Symbol" panose="05050102010706020507" pitchFamily="18" charset="2"/>
                          <a:ea typeface="+mn-ea"/>
                          <a:cs typeface="+mn-cs"/>
                        </a:rPr>
                        <a:t>®</a:t>
                      </a:r>
                      <a:r>
                        <a:rPr lang="cs-CZ" sz="2400" dirty="0">
                          <a:solidFill>
                            <a:srgbClr val="00B050"/>
                          </a:solidFill>
                        </a:rPr>
                        <a:t> nabíjení </a:t>
                      </a:r>
                      <a:r>
                        <a:rPr lang="cs-CZ" sz="2400" kern="1200" dirty="0">
                          <a:solidFill>
                            <a:srgbClr val="00B050"/>
                          </a:solidFill>
                          <a:latin typeface="Symbol" panose="05050102010706020507" pitchFamily="18" charset="2"/>
                          <a:ea typeface="+mn-ea"/>
                          <a:cs typeface="+mn-cs"/>
                        </a:rPr>
                        <a:t>®</a:t>
                      </a:r>
                      <a:endParaRPr lang="cs-CZ" sz="2400" dirty="0">
                        <a:solidFill>
                          <a:srgbClr val="00B050"/>
                        </a:solidFill>
                        <a:latin typeface="Symbol" panose="05050102010706020507" pitchFamily="18" charset="2"/>
                      </a:endParaRPr>
                    </a:p>
                  </a:txBody>
                  <a:tcPr marL="117782" marR="117782" marT="58891" marB="58891"/>
                </a:tc>
                <a:tc>
                  <a:txBody>
                    <a:bodyPr/>
                    <a:lstStyle/>
                    <a:p>
                      <a:pPr algn="ctr"/>
                      <a:endParaRPr lang="cs-CZ" sz="2400" dirty="0"/>
                    </a:p>
                  </a:txBody>
                  <a:tcPr marL="117782" marR="117782" marT="58891" marB="588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kern="1200" dirty="0">
                          <a:solidFill>
                            <a:srgbClr val="FF0000"/>
                          </a:solidFill>
                          <a:latin typeface="Symbol" panose="05050102010706020507" pitchFamily="18" charset="2"/>
                          <a:ea typeface="+mn-ea"/>
                          <a:cs typeface="+mn-cs"/>
                        </a:rPr>
                        <a:t>¬</a:t>
                      </a:r>
                      <a:r>
                        <a:rPr lang="cs-CZ" sz="2400" dirty="0">
                          <a:solidFill>
                            <a:srgbClr val="FF0000"/>
                          </a:solidFill>
                        </a:rPr>
                        <a:t> vybíjení </a:t>
                      </a:r>
                      <a:r>
                        <a:rPr lang="cs-CZ" sz="2400" kern="1200" dirty="0">
                          <a:solidFill>
                            <a:srgbClr val="FF0000"/>
                          </a:solidFill>
                          <a:latin typeface="Symbol" panose="05050102010706020507" pitchFamily="18" charset="2"/>
                          <a:ea typeface="+mn-ea"/>
                          <a:cs typeface="+mn-cs"/>
                        </a:rPr>
                        <a:t>¬</a:t>
                      </a:r>
                      <a:endParaRPr lang="cs-CZ" sz="2400" dirty="0">
                        <a:solidFill>
                          <a:srgbClr val="FF0000"/>
                        </a:solidFill>
                      </a:endParaRPr>
                    </a:p>
                  </a:txBody>
                  <a:tcPr marL="117782" marR="117782" marT="58891" marB="58891"/>
                </a:tc>
                <a:extLst>
                  <a:ext uri="{0D108BD9-81ED-4DB2-BD59-A6C34878D82A}">
                    <a16:rowId xmlns:a16="http://schemas.microsoft.com/office/drawing/2014/main" val="2271836826"/>
                  </a:ext>
                </a:extLst>
              </a:tr>
            </a:tbl>
          </a:graphicData>
        </a:graphic>
      </p:graphicFrame>
      <p:sp>
        <p:nvSpPr>
          <p:cNvPr id="6" name="ciara">
            <a:extLst>
              <a:ext uri="{FF2B5EF4-FFF2-40B4-BE49-F238E27FC236}">
                <a16:creationId xmlns:a16="http://schemas.microsoft.com/office/drawing/2014/main" id="{8FE0E080-0F1D-3D94-346C-65E6575277D7}"/>
              </a:ext>
            </a:extLst>
          </p:cNvPr>
          <p:cNvSpPr/>
          <p:nvPr/>
        </p:nvSpPr>
        <p:spPr>
          <a:xfrm>
            <a:off x="0" y="6794500"/>
            <a:ext cx="2998033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744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Olověné akumulátory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sz="2400" dirty="0"/>
              <a:t>Změna koncentrace je dobrým ukazatelem stavu nabití akumulátoru, druhým</a:t>
            </a:r>
            <a:br>
              <a:rPr lang="cs-CZ" sz="2400" dirty="0"/>
            </a:br>
            <a:r>
              <a:rPr lang="cs-CZ" sz="2400" dirty="0"/>
              <a:t>pak je změna velikosti napětí na jeho elektrodách (viz nabíjecí a vybíjecí charakteristiky).</a:t>
            </a:r>
          </a:p>
          <a:p>
            <a:r>
              <a:rPr lang="cs-CZ" sz="2400" dirty="0"/>
              <a:t>V průběhu nabíjení, když napětí článku dosáhne určité hodnoty (2,35V) se začne rozkládat voda v elektrolytu na kyslík a vodík a bublinky plynů vystupují nad hladinu elektrolytu. Proto se této hodnotě říká </a:t>
            </a:r>
            <a:r>
              <a:rPr lang="cs-CZ" sz="2400" i="1" dirty="0"/>
              <a:t>plynovací napětí</a:t>
            </a:r>
            <a:r>
              <a:rPr lang="cs-CZ" sz="2400" dirty="0"/>
              <a:t>. Intenzivní uvolňování plynu může způsobit poškození desek akumulátoru, navíc se rozkladem vody snižuje hladina elektrolytu v článku.</a:t>
            </a:r>
          </a:p>
          <a:p>
            <a:r>
              <a:rPr lang="cs-CZ" sz="2400" dirty="0"/>
              <a:t>Pokud nejsou desky akumulátoru ponořeny celé, mohou se poškodit. Navíc se tím i snižuje kapacita akumulátoru.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DCAC9DB5-4D2B-5DC1-3185-CB19B918C8F7}"/>
              </a:ext>
            </a:extLst>
          </p:cNvPr>
          <p:cNvSpPr/>
          <p:nvPr/>
        </p:nvSpPr>
        <p:spPr>
          <a:xfrm>
            <a:off x="0" y="6794500"/>
            <a:ext cx="3197902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5164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Olověné akumulátory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sz="2400" dirty="0"/>
              <a:t>Olověný akumulátor je dnes nejpoužívanějším sekundárním zdrojem elektrické energie. Najdeme ho nejen v automobilech, ale třeba i v lodích, záložních zdrojích a i v dalších oblastech lidského života.</a:t>
            </a:r>
          </a:p>
          <a:p>
            <a:r>
              <a:rPr lang="cs-CZ" sz="2400" dirty="0"/>
              <a:t>Vyskytuje se jak v podobě otevřených akumulátorů (např. automobily), tak</a:t>
            </a:r>
            <a:br>
              <a:rPr lang="cs-CZ" sz="2400" dirty="0"/>
            </a:br>
            <a:r>
              <a:rPr lang="cs-CZ" sz="2400" dirty="0"/>
              <a:t>i akumulátorů hermeticky uzavřených s gelovým elektrolytem, u kterých nezáleží na pracovní poloze (velmi často v nejrůznějších UPS).</a:t>
            </a:r>
          </a:p>
          <a:p>
            <a:r>
              <a:rPr lang="cs-CZ" sz="2400" dirty="0"/>
              <a:t>Jejich rozšíření plyne z jejich spolehlivosti, solidního výkonu a ceny. Výhodné je</a:t>
            </a:r>
            <a:br>
              <a:rPr lang="cs-CZ" sz="2400" dirty="0"/>
            </a:br>
            <a:r>
              <a:rPr lang="cs-CZ" sz="2400" dirty="0"/>
              <a:t>i relativně velké napětí na jeden článek (okolo 2 V). 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Akumulátory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 zdroje - Stabilizace napětí - Spínané zdroje 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4BC971C0-C7D6-037A-76E4-595A98FE3371}"/>
              </a:ext>
            </a:extLst>
          </p:cNvPr>
          <p:cNvSpPr/>
          <p:nvPr/>
        </p:nvSpPr>
        <p:spPr>
          <a:xfrm>
            <a:off x="0" y="6794500"/>
            <a:ext cx="2798164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54689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Olověné akumulátory</a:t>
            </a:r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5716" y="2033109"/>
            <a:ext cx="8065707" cy="446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72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239" y="872828"/>
            <a:ext cx="9903561" cy="5604929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Olověné akumulátory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Akumulátory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 zdroje - Stabilizace napětí - Spínané zdroje - Izolační zdroje - Záložní napájecí zdroje</a:t>
            </a:r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2F704285-5560-A5AE-E258-2DBAEE4C7069}"/>
              </a:ext>
            </a:extLst>
          </p:cNvPr>
          <p:cNvSpPr/>
          <p:nvPr/>
        </p:nvSpPr>
        <p:spPr>
          <a:xfrm>
            <a:off x="0" y="6794500"/>
            <a:ext cx="3597639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8339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Akumulátory - alkalické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4997116" cy="4611270"/>
          </a:xfrm>
        </p:spPr>
        <p:txBody>
          <a:bodyPr>
            <a:normAutofit/>
          </a:bodyPr>
          <a:lstStyle/>
          <a:p>
            <a:r>
              <a:rPr lang="cs-CZ" dirty="0"/>
              <a:t>Akumulátory alkalické hermetické</a:t>
            </a:r>
          </a:p>
          <a:p>
            <a:pPr lvl="1"/>
            <a:r>
              <a:rPr lang="cs-CZ" dirty="0" err="1"/>
              <a:t>NiCd</a:t>
            </a:r>
            <a:endParaRPr lang="cs-CZ" dirty="0"/>
          </a:p>
          <a:p>
            <a:pPr lvl="1"/>
            <a:r>
              <a:rPr lang="cs-CZ" dirty="0" err="1"/>
              <a:t>NiMH</a:t>
            </a:r>
            <a:endParaRPr lang="cs-CZ" dirty="0"/>
          </a:p>
          <a:p>
            <a:pPr lvl="1"/>
            <a:r>
              <a:rPr lang="cs-CZ" dirty="0"/>
              <a:t>lithiové</a:t>
            </a:r>
          </a:p>
          <a:p>
            <a:pPr lvl="2"/>
            <a:r>
              <a:rPr lang="cs-CZ" dirty="0" err="1"/>
              <a:t>Li</a:t>
            </a:r>
            <a:r>
              <a:rPr lang="cs-CZ" dirty="0"/>
              <a:t>-Ion</a:t>
            </a:r>
          </a:p>
          <a:p>
            <a:pPr lvl="2"/>
            <a:r>
              <a:rPr lang="cs-CZ" dirty="0" err="1"/>
              <a:t>Li-Pol</a:t>
            </a:r>
            <a:endParaRPr lang="cs-CZ" dirty="0"/>
          </a:p>
          <a:p>
            <a:pPr lvl="2"/>
            <a:r>
              <a:rPr lang="cs-CZ" dirty="0"/>
              <a:t>Li-FePO3 </a:t>
            </a:r>
          </a:p>
          <a:p>
            <a:pPr lvl="2"/>
            <a:r>
              <a:rPr lang="cs-CZ" dirty="0"/>
              <a:t>ostatní </a:t>
            </a:r>
            <a:r>
              <a:rPr lang="cs-CZ" dirty="0" err="1"/>
              <a:t>Li</a:t>
            </a:r>
            <a:r>
              <a:rPr lang="cs-CZ" dirty="0"/>
              <a:t>-akumulátory</a:t>
            </a:r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Akumulátory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 zdroje - Stabilizace napětí - Spínané zdroje 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BCFF16CE-4C18-7E9D-5CBC-B8FC7B73731F}"/>
              </a:ext>
            </a:extLst>
          </p:cNvPr>
          <p:cNvSpPr/>
          <p:nvPr/>
        </p:nvSpPr>
        <p:spPr>
          <a:xfrm>
            <a:off x="0" y="6794500"/>
            <a:ext cx="1399082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8857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Svorkové napětí na prázdno u různých typů akumulátorů</a:t>
            </a:r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99" y="1145005"/>
            <a:ext cx="5715000" cy="5211346"/>
          </a:xfrm>
          <a:prstGeom prst="rect">
            <a:avLst/>
          </a:prstGeom>
        </p:spPr>
      </p:pic>
      <p:sp>
        <p:nvSpPr>
          <p:cNvPr id="5" name="Zástupný symbol pro obsah 2"/>
          <p:cNvSpPr txBox="1">
            <a:spLocks/>
          </p:cNvSpPr>
          <p:nvPr/>
        </p:nvSpPr>
        <p:spPr>
          <a:xfrm>
            <a:off x="838200" y="1825625"/>
            <a:ext cx="6164179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dirty="0"/>
          </a:p>
          <a:p>
            <a:r>
              <a:rPr lang="cs-CZ" dirty="0" err="1"/>
              <a:t>Li</a:t>
            </a:r>
            <a:r>
              <a:rPr lang="cs-CZ" dirty="0"/>
              <a:t>-ion, </a:t>
            </a:r>
            <a:r>
              <a:rPr lang="cs-CZ" dirty="0" err="1"/>
              <a:t>Li-pol</a:t>
            </a:r>
            <a:r>
              <a:rPr lang="cs-CZ" dirty="0"/>
              <a:t> … 3,65 V</a:t>
            </a:r>
          </a:p>
          <a:p>
            <a:r>
              <a:rPr lang="cs-CZ" dirty="0" err="1"/>
              <a:t>Pb</a:t>
            </a:r>
            <a:r>
              <a:rPr lang="cs-CZ" dirty="0"/>
              <a:t> akumulátor … 2,2 V</a:t>
            </a:r>
          </a:p>
          <a:p>
            <a:r>
              <a:rPr lang="cs-CZ" dirty="0"/>
              <a:t>Ni-</a:t>
            </a:r>
            <a:r>
              <a:rPr lang="cs-CZ" dirty="0" err="1"/>
              <a:t>Zn</a:t>
            </a:r>
            <a:r>
              <a:rPr lang="cs-CZ" dirty="0"/>
              <a:t> … 1,6 V</a:t>
            </a:r>
          </a:p>
          <a:p>
            <a:r>
              <a:rPr lang="cs-CZ" dirty="0" err="1"/>
              <a:t>NiCd</a:t>
            </a:r>
            <a:r>
              <a:rPr lang="cs-CZ" dirty="0"/>
              <a:t>, </a:t>
            </a:r>
            <a:r>
              <a:rPr lang="cs-CZ" dirty="0" err="1"/>
              <a:t>NiMH</a:t>
            </a:r>
            <a:r>
              <a:rPr lang="cs-CZ" dirty="0"/>
              <a:t> … </a:t>
            </a:r>
            <a:r>
              <a:rPr lang="cs-CZ" b="1" dirty="0"/>
              <a:t>1,2 V</a:t>
            </a:r>
          </a:p>
          <a:p>
            <a:r>
              <a:rPr lang="cs-CZ" dirty="0"/>
              <a:t>ZnMnO</a:t>
            </a:r>
            <a:r>
              <a:rPr lang="cs-CZ" baseline="-25000" dirty="0"/>
              <a:t>2</a:t>
            </a:r>
            <a:r>
              <a:rPr lang="cs-CZ" dirty="0"/>
              <a:t> (suchý článek) … 1,5 V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DB155E13-DC5D-84D4-A5AC-41C2F390E4FC}"/>
              </a:ext>
            </a:extLst>
          </p:cNvPr>
          <p:cNvSpPr/>
          <p:nvPr/>
        </p:nvSpPr>
        <p:spPr>
          <a:xfrm>
            <a:off x="0" y="6794500"/>
            <a:ext cx="2198557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6084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NiCd</a:t>
            </a:r>
            <a:r>
              <a:rPr lang="cs-CZ" dirty="0"/>
              <a:t> akumulátory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Mezi hlavní výhody nikl kadmiových akumulátorů  patří především </a:t>
            </a:r>
            <a:r>
              <a:rPr lang="cs-CZ" dirty="0">
                <a:solidFill>
                  <a:srgbClr val="00B050"/>
                </a:solidFill>
              </a:rPr>
              <a:t>vysoká spolehlivost a životnost</a:t>
            </a:r>
            <a:r>
              <a:rPr lang="cs-CZ" dirty="0"/>
              <a:t> a </a:t>
            </a:r>
            <a:r>
              <a:rPr lang="cs-CZ" dirty="0">
                <a:solidFill>
                  <a:srgbClr val="00B050"/>
                </a:solidFill>
              </a:rPr>
              <a:t>malá změna napětí v průběhu vybíjení</a:t>
            </a:r>
          </a:p>
          <a:p>
            <a:r>
              <a:rPr lang="cs-CZ" dirty="0"/>
              <a:t>Ve srovnání s jinými typy akumulátorů poskytují možnost odběru </a:t>
            </a:r>
            <a:r>
              <a:rPr lang="cs-CZ" dirty="0">
                <a:solidFill>
                  <a:srgbClr val="00B050"/>
                </a:solidFill>
              </a:rPr>
              <a:t>velmi vysokých proudů</a:t>
            </a:r>
            <a:r>
              <a:rPr lang="cs-CZ" dirty="0"/>
              <a:t> a vyznačují se schopností velmi </a:t>
            </a:r>
            <a:r>
              <a:rPr lang="cs-CZ" dirty="0">
                <a:solidFill>
                  <a:srgbClr val="00B050"/>
                </a:solidFill>
              </a:rPr>
              <a:t>rychlého nabíjení</a:t>
            </a:r>
            <a:r>
              <a:rPr lang="cs-CZ" dirty="0"/>
              <a:t>. </a:t>
            </a:r>
          </a:p>
          <a:p>
            <a:r>
              <a:rPr lang="cs-CZ" dirty="0"/>
              <a:t>Široký rozsah provozních teplot (–40°C až + 70°C), výborné mechanické vlastnosti, tj. odolnost vůči rázům a vibracím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068FDF35-7D76-D7B9-CD34-FA8D0E2B1730}"/>
              </a:ext>
            </a:extLst>
          </p:cNvPr>
          <p:cNvSpPr/>
          <p:nvPr/>
        </p:nvSpPr>
        <p:spPr>
          <a:xfrm>
            <a:off x="0" y="6794500"/>
            <a:ext cx="3797508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5587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NiCd</a:t>
            </a:r>
            <a:r>
              <a:rPr lang="cs-CZ" dirty="0"/>
              <a:t> akumulátory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Nevýhodou </a:t>
            </a:r>
            <a:r>
              <a:rPr lang="cs-CZ" dirty="0" err="1"/>
              <a:t>NiCd</a:t>
            </a:r>
            <a:r>
              <a:rPr lang="cs-CZ" dirty="0"/>
              <a:t> článků je </a:t>
            </a:r>
            <a:r>
              <a:rPr lang="cs-CZ" dirty="0">
                <a:solidFill>
                  <a:srgbClr val="C00000"/>
                </a:solidFill>
              </a:rPr>
              <a:t>samovolné vybíjení</a:t>
            </a:r>
            <a:r>
              <a:rPr lang="cs-CZ" dirty="0"/>
              <a:t>, to může dosahovat hodnot až 10 % za měsíc při teplotě okolo 20°C</a:t>
            </a:r>
          </a:p>
          <a:p>
            <a:endParaRPr lang="cs-CZ" dirty="0"/>
          </a:p>
          <a:p>
            <a:r>
              <a:rPr lang="cs-CZ" dirty="0"/>
              <a:t>U otevřených článku znehodnocování elektrolytu ze vzdušného CO2</a:t>
            </a:r>
          </a:p>
          <a:p>
            <a:endParaRPr lang="cs-CZ" dirty="0"/>
          </a:p>
          <a:p>
            <a:r>
              <a:rPr lang="cs-CZ" dirty="0">
                <a:solidFill>
                  <a:srgbClr val="C00000"/>
                </a:solidFill>
              </a:rPr>
              <a:t>Paměťový efekt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3A32C7ED-5D08-10CE-1C9B-7562B856497C}"/>
              </a:ext>
            </a:extLst>
          </p:cNvPr>
          <p:cNvSpPr/>
          <p:nvPr/>
        </p:nvSpPr>
        <p:spPr>
          <a:xfrm>
            <a:off x="0" y="6794500"/>
            <a:ext cx="3997377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0504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NiCd</a:t>
            </a:r>
            <a:r>
              <a:rPr lang="cs-CZ" dirty="0"/>
              <a:t> akumulátory</a:t>
            </a:r>
          </a:p>
        </p:txBody>
      </p:sp>
      <p:sp>
        <p:nvSpPr>
          <p:cNvPr id="5" name="Zástupný symbol pro obsah 4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Vybíjecí charakteristika </a:t>
            </a:r>
            <a:r>
              <a:rPr lang="cs-CZ" dirty="0" err="1"/>
              <a:t>NiCd</a:t>
            </a:r>
            <a:r>
              <a:rPr lang="cs-CZ" dirty="0"/>
              <a:t> akumulátoru při vybíjení proudem C/2</a:t>
            </a:r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577" y="2345406"/>
            <a:ext cx="8944845" cy="3831557"/>
          </a:xfrm>
          <a:prstGeom prst="rect">
            <a:avLst/>
          </a:prstGeom>
        </p:spPr>
      </p:pic>
      <p:sp>
        <p:nvSpPr>
          <p:cNvPr id="3" name="ciara">
            <a:extLst>
              <a:ext uri="{FF2B5EF4-FFF2-40B4-BE49-F238E27FC236}">
                <a16:creationId xmlns:a16="http://schemas.microsoft.com/office/drawing/2014/main" id="{AF2E0D87-5849-FF7A-4742-0A0CE0405D99}"/>
              </a:ext>
            </a:extLst>
          </p:cNvPr>
          <p:cNvSpPr/>
          <p:nvPr/>
        </p:nvSpPr>
        <p:spPr>
          <a:xfrm>
            <a:off x="0" y="6794500"/>
            <a:ext cx="4197246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0809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NiCd</a:t>
            </a:r>
            <a:r>
              <a:rPr lang="cs-CZ" dirty="0"/>
              <a:t> akumulátory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symbol pro obsah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cs-CZ" dirty="0"/>
                  <a:t>Nabíjecí charakteristika</a:t>
                </a:r>
                <a:br>
                  <a:rPr lang="cs-CZ" dirty="0"/>
                </a:br>
                <a:r>
                  <a:rPr lang="cs-CZ" dirty="0" err="1"/>
                  <a:t>NiCd</a:t>
                </a:r>
                <a:r>
                  <a:rPr lang="cs-CZ" dirty="0"/>
                  <a:t> akumulátorů pro</a:t>
                </a:r>
                <a:br>
                  <a:rPr lang="cs-CZ" dirty="0"/>
                </a:br>
                <a:r>
                  <a:rPr lang="cs-CZ" dirty="0"/>
                  <a:t>dva různé nabíjecí</a:t>
                </a:r>
                <a:br>
                  <a:rPr lang="cs-CZ" dirty="0"/>
                </a:br>
                <a:r>
                  <a:rPr lang="cs-CZ" dirty="0"/>
                  <a:t>proudy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cs-CZ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cs-CZ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cs-CZ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cs-CZ" dirty="0">
                    <a:solidFill>
                      <a:srgbClr val="000099"/>
                    </a:solidFill>
                  </a:rPr>
                  <a:t> C </a:t>
                </a:r>
                <a:r>
                  <a:rPr lang="cs-CZ" dirty="0"/>
                  <a:t>a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cs-CZ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cs-CZ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cs-CZ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cs-CZ" dirty="0">
                    <a:solidFill>
                      <a:srgbClr val="CC00CC"/>
                    </a:solidFill>
                  </a:rPr>
                  <a:t> C</a:t>
                </a:r>
              </a:p>
            </p:txBody>
          </p:sp>
        </mc:Choice>
        <mc:Fallback xmlns="">
          <p:sp>
            <p:nvSpPr>
              <p:cNvPr id="3" name="Zástupný symbol pro obsah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695" y="1690688"/>
            <a:ext cx="7083854" cy="4206038"/>
          </a:xfrm>
          <a:prstGeom prst="rect">
            <a:avLst/>
          </a:prstGeom>
        </p:spPr>
      </p:pic>
      <p:sp>
        <p:nvSpPr>
          <p:cNvPr id="6" name="ciara">
            <a:extLst>
              <a:ext uri="{FF2B5EF4-FFF2-40B4-BE49-F238E27FC236}">
                <a16:creationId xmlns:a16="http://schemas.microsoft.com/office/drawing/2014/main" id="{EB89DC5C-1A54-A52D-F998-0E4F746AC391}"/>
              </a:ext>
            </a:extLst>
          </p:cNvPr>
          <p:cNvSpPr/>
          <p:nvPr/>
        </p:nvSpPr>
        <p:spPr>
          <a:xfrm>
            <a:off x="0" y="6794500"/>
            <a:ext cx="4397115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3847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NiMH</a:t>
            </a:r>
            <a:r>
              <a:rPr lang="cs-CZ" dirty="0"/>
              <a:t> akumulátory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825624"/>
            <a:ext cx="10736179" cy="451501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cs-CZ" sz="2400" dirty="0"/>
              <a:t>Mají podobné vybíjecí charakteristiky jako </a:t>
            </a:r>
            <a:r>
              <a:rPr lang="cs-CZ" sz="2400" dirty="0" err="1"/>
              <a:t>NiCd</a:t>
            </a:r>
            <a:r>
              <a:rPr lang="cs-CZ" sz="2400" dirty="0"/>
              <a:t> akumulátory</a:t>
            </a:r>
          </a:p>
          <a:p>
            <a:pPr>
              <a:lnSpc>
                <a:spcPct val="120000"/>
              </a:lnSpc>
            </a:pPr>
            <a:r>
              <a:rPr lang="cs-CZ" sz="2400" dirty="0"/>
              <a:t>Mají přibližně dvojnásobnou kapacitu jako </a:t>
            </a:r>
            <a:r>
              <a:rPr lang="cs-CZ" sz="2400" dirty="0" err="1"/>
              <a:t>NiCd</a:t>
            </a:r>
            <a:r>
              <a:rPr lang="cs-CZ" sz="2400" dirty="0"/>
              <a:t> stejného rozměru</a:t>
            </a:r>
          </a:p>
          <a:p>
            <a:pPr>
              <a:lnSpc>
                <a:spcPct val="120000"/>
              </a:lnSpc>
            </a:pPr>
            <a:r>
              <a:rPr lang="cs-CZ" sz="2400" dirty="0"/>
              <a:t>Životnost je přibližně 500 nabíjecích a vybíjecích cyklů (stejně jako u </a:t>
            </a:r>
            <a:r>
              <a:rPr lang="cs-CZ" sz="2400" dirty="0" err="1"/>
              <a:t>NiCd</a:t>
            </a:r>
            <a:r>
              <a:rPr lang="cs-CZ" sz="2400" dirty="0"/>
              <a:t>)</a:t>
            </a:r>
          </a:p>
          <a:p>
            <a:pPr>
              <a:lnSpc>
                <a:spcPct val="120000"/>
              </a:lnSpc>
            </a:pPr>
            <a:r>
              <a:rPr lang="cs-CZ" sz="2400" dirty="0"/>
              <a:t>Pro </a:t>
            </a:r>
            <a:r>
              <a:rPr lang="cs-CZ" sz="2400" dirty="0" err="1"/>
              <a:t>NiMH</a:t>
            </a:r>
            <a:r>
              <a:rPr lang="cs-CZ" sz="2400" dirty="0"/>
              <a:t> akumulátory může být použito rychlé (1 hodinové) nabíjení pomocí speciálních nabíječů</a:t>
            </a:r>
          </a:p>
          <a:p>
            <a:pPr>
              <a:lnSpc>
                <a:spcPct val="120000"/>
              </a:lnSpc>
            </a:pPr>
            <a:r>
              <a:rPr lang="cs-CZ" sz="2400" dirty="0" err="1"/>
              <a:t>NiMH</a:t>
            </a:r>
            <a:r>
              <a:rPr lang="cs-CZ" sz="2400" dirty="0"/>
              <a:t> akumulátory mají vynikající tvar vybíjecí charakteristiky. Protože jejich vnitřní odpor je malý je možné je vybíjet proudem 3C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9EE04138-8F84-E6C9-8660-673BA3FD1E62}"/>
              </a:ext>
            </a:extLst>
          </p:cNvPr>
          <p:cNvSpPr/>
          <p:nvPr/>
        </p:nvSpPr>
        <p:spPr>
          <a:xfrm>
            <a:off x="0" y="6794500"/>
            <a:ext cx="4596984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2938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NiMH</a:t>
            </a:r>
            <a:r>
              <a:rPr lang="cs-CZ" dirty="0"/>
              <a:t> akumulátory</a:t>
            </a:r>
          </a:p>
        </p:txBody>
      </p:sp>
      <p:sp>
        <p:nvSpPr>
          <p:cNvPr id="5" name="Zástupný symbol pro obsah 2"/>
          <p:cNvSpPr txBox="1">
            <a:spLocks/>
          </p:cNvSpPr>
          <p:nvPr/>
        </p:nvSpPr>
        <p:spPr>
          <a:xfrm>
            <a:off x="838199" y="1825623"/>
            <a:ext cx="11073063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Speciální akumulátory mají samovybíjení pouze do 15 % kapacity za rok</a:t>
            </a: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42" y="2491218"/>
            <a:ext cx="8085220" cy="3881584"/>
          </a:xfrm>
          <a:prstGeom prst="rect">
            <a:avLst/>
          </a:prstGeom>
        </p:spPr>
      </p:pic>
      <p:sp>
        <p:nvSpPr>
          <p:cNvPr id="7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Akumulátory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 zdroje - Stabilizace napětí - Spínané zdroje - Izolační zdroje - Záložní napájecí zdroje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9058B344-04D0-E21F-B38C-4CAAD0C4CB97}"/>
              </a:ext>
            </a:extLst>
          </p:cNvPr>
          <p:cNvSpPr/>
          <p:nvPr/>
        </p:nvSpPr>
        <p:spPr>
          <a:xfrm>
            <a:off x="0" y="6794500"/>
            <a:ext cx="4796853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6941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18010-8E89-6977-83C0-8E928C72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Lithium-iontové akumulátory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297D5-1D68-7E2A-48F1-84D7B8762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solidFill>
                  <a:srgbClr val="00B050"/>
                </a:solidFill>
              </a:rPr>
              <a:t>Vysoká energetická hustota</a:t>
            </a:r>
          </a:p>
          <a:p>
            <a:r>
              <a:rPr lang="cs-CZ" dirty="0">
                <a:solidFill>
                  <a:srgbClr val="00B050"/>
                </a:solidFill>
              </a:rPr>
              <a:t>Nízké samovybíjení</a:t>
            </a:r>
          </a:p>
          <a:p>
            <a:r>
              <a:rPr lang="cs-CZ" dirty="0">
                <a:solidFill>
                  <a:srgbClr val="00B050"/>
                </a:solidFill>
              </a:rPr>
              <a:t>Dlouhá životnost</a:t>
            </a:r>
          </a:p>
          <a:p>
            <a:r>
              <a:rPr lang="cs-CZ" dirty="0">
                <a:solidFill>
                  <a:srgbClr val="00B050"/>
                </a:solidFill>
              </a:rPr>
              <a:t>Nemá paměťový efekt</a:t>
            </a:r>
          </a:p>
          <a:p>
            <a:r>
              <a:rPr lang="cs-CZ" dirty="0">
                <a:solidFill>
                  <a:srgbClr val="C00000"/>
                </a:solidFill>
              </a:rPr>
              <a:t>Vyšší cena než ostatní akumulátory</a:t>
            </a:r>
          </a:p>
          <a:p>
            <a:r>
              <a:rPr lang="cs-CZ" dirty="0">
                <a:solidFill>
                  <a:srgbClr val="C00000"/>
                </a:solidFill>
              </a:rPr>
              <a:t>Citlivost na přehřátí</a:t>
            </a:r>
          </a:p>
          <a:p>
            <a:r>
              <a:rPr lang="cs-CZ" dirty="0">
                <a:solidFill>
                  <a:srgbClr val="C00000"/>
                </a:solidFill>
              </a:rPr>
              <a:t>Nutnost ochranných obvodů</a:t>
            </a:r>
          </a:p>
          <a:p>
            <a:r>
              <a:rPr lang="cs-CZ" dirty="0">
                <a:solidFill>
                  <a:srgbClr val="C00000"/>
                </a:solidFill>
              </a:rPr>
              <a:t>Možná „smrt“ při nepoužívání</a:t>
            </a:r>
          </a:p>
        </p:txBody>
      </p:sp>
      <p:pic>
        <p:nvPicPr>
          <p:cNvPr id="4098" name="Picture 2" descr="3,6 V Li-ion akumulátor z mobilního telefonu Nokia 3310">
            <a:extLst>
              <a:ext uri="{FF2B5EF4-FFF2-40B4-BE49-F238E27FC236}">
                <a16:creationId xmlns:a16="http://schemas.microsoft.com/office/drawing/2014/main" id="{322E9081-8108-2E47-72B4-714428ECF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486" y="1824317"/>
            <a:ext cx="4398019" cy="320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6281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LiPol</a:t>
            </a:r>
            <a:r>
              <a:rPr lang="cs-CZ" dirty="0"/>
              <a:t> akumulátory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„Vysoké“ napětí, typické jmenovité napětí 3,6 V</a:t>
            </a:r>
          </a:p>
          <a:p>
            <a:r>
              <a:rPr lang="cs-CZ" dirty="0"/>
              <a:t>Velké množství uchované energie na jednotku objemu akumulátorů. </a:t>
            </a:r>
          </a:p>
          <a:p>
            <a:r>
              <a:rPr lang="cs-CZ" dirty="0"/>
              <a:t>Z toho plynoucí nízká hmotnost na stejnou kapacitu ve srovnání</a:t>
            </a:r>
            <a:br>
              <a:rPr lang="cs-CZ" dirty="0"/>
            </a:br>
            <a:r>
              <a:rPr lang="cs-CZ" dirty="0"/>
              <a:t>s předchozími typy akumulátorů</a:t>
            </a:r>
          </a:p>
          <a:p>
            <a:r>
              <a:rPr lang="cs-CZ" dirty="0"/>
              <a:t>Životnost 500 – 1500 cyklů</a:t>
            </a:r>
          </a:p>
          <a:p>
            <a:r>
              <a:rPr lang="cs-CZ" dirty="0"/>
              <a:t>Relativně nízké samovybíjení, cca 8 % za měsíc při +20 °C (oproti 25 % u </a:t>
            </a:r>
            <a:r>
              <a:rPr lang="cs-CZ" dirty="0" err="1"/>
              <a:t>NiCd</a:t>
            </a:r>
            <a:r>
              <a:rPr lang="cs-CZ" dirty="0"/>
              <a:t> a běžných </a:t>
            </a:r>
            <a:r>
              <a:rPr lang="cs-CZ" dirty="0" err="1"/>
              <a:t>NiMH</a:t>
            </a:r>
            <a:r>
              <a:rPr lang="cs-CZ" dirty="0"/>
              <a:t> akumulátorů)</a:t>
            </a:r>
          </a:p>
          <a:p>
            <a:r>
              <a:rPr lang="cs-CZ" dirty="0"/>
              <a:t>Nemají paměťový efekt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34DB48D2-F2A8-1188-D4AA-93CD4742BA0C}"/>
              </a:ext>
            </a:extLst>
          </p:cNvPr>
          <p:cNvSpPr/>
          <p:nvPr/>
        </p:nvSpPr>
        <p:spPr>
          <a:xfrm>
            <a:off x="0" y="6794500"/>
            <a:ext cx="4996721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1614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LiPol</a:t>
            </a:r>
            <a:r>
              <a:rPr lang="cs-CZ" dirty="0"/>
              <a:t> akumulátory</a:t>
            </a:r>
          </a:p>
        </p:txBody>
      </p:sp>
      <p:pic>
        <p:nvPicPr>
          <p:cNvPr id="4" name="Zástupný symbol pro obsah 3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678430" y="1298714"/>
            <a:ext cx="6835140" cy="5126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Akumulátory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 zdroje - Stabilizace napětí - Spínané zdroje - Izolační zdroje - Záložní napájecí zdroje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96E0F2FA-04B6-2164-919E-FA839EA1ECC1}"/>
              </a:ext>
            </a:extLst>
          </p:cNvPr>
          <p:cNvSpPr/>
          <p:nvPr/>
        </p:nvSpPr>
        <p:spPr>
          <a:xfrm>
            <a:off x="0" y="6794500"/>
            <a:ext cx="5196590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2086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B3BCD-65C1-A3F5-AD15-62BBA396E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Budoucnost akumulátorů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EC219-C6BE-2E5E-9D08-5A5DA6EF2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Rychlejší nabíjení </a:t>
            </a:r>
          </a:p>
          <a:p>
            <a:r>
              <a:rPr lang="cs-CZ" dirty="0"/>
              <a:t>Recyklace a ekologické materiály</a:t>
            </a:r>
          </a:p>
          <a:p>
            <a:r>
              <a:rPr lang="cs-CZ" dirty="0"/>
              <a:t>Solid-</a:t>
            </a:r>
            <a:r>
              <a:rPr lang="cs-CZ" dirty="0" err="1"/>
              <a:t>state</a:t>
            </a:r>
            <a:r>
              <a:rPr lang="cs-CZ" dirty="0"/>
              <a:t> baterie (baterie s pevným elektrolytem)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79028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Napájecí zdroje</a:t>
            </a:r>
          </a:p>
        </p:txBody>
      </p:sp>
      <p:sp>
        <p:nvSpPr>
          <p:cNvPr id="4" name="Podnadpis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21DBB548-DA4D-0E2E-A5BA-037FDB65AD9F}"/>
              </a:ext>
            </a:extLst>
          </p:cNvPr>
          <p:cNvSpPr/>
          <p:nvPr/>
        </p:nvSpPr>
        <p:spPr>
          <a:xfrm>
            <a:off x="0" y="6794500"/>
            <a:ext cx="5396459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8238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Napájecí 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  <a:p>
            <a:r>
              <a:rPr lang="cs-CZ" b="1" dirty="0"/>
              <a:t>zdroje bateriové</a:t>
            </a:r>
            <a:r>
              <a:rPr lang="cs-CZ" dirty="0"/>
              <a:t> – slouží jako zdroj energie pro přenosná zařízení</a:t>
            </a:r>
          </a:p>
          <a:p>
            <a:r>
              <a:rPr lang="cs-CZ" b="1" dirty="0"/>
              <a:t>zdroje síťové – </a:t>
            </a:r>
            <a:r>
              <a:rPr lang="cs-CZ" dirty="0"/>
              <a:t>slouží jako zdroj energie</a:t>
            </a:r>
            <a:br>
              <a:rPr lang="cs-CZ" dirty="0"/>
            </a:br>
            <a:r>
              <a:rPr lang="cs-CZ" dirty="0"/>
              <a:t>u stacionárních zařízení. </a:t>
            </a:r>
          </a:p>
          <a:p>
            <a:r>
              <a:rPr lang="cs-CZ" dirty="0"/>
              <a:t>Volba zdroje obecně závisí na charakteru napájeného zařízení a v neposlední řadě také i na jeho spotřebě</a:t>
            </a:r>
          </a:p>
          <a:p>
            <a:r>
              <a:rPr lang="cs-CZ" dirty="0"/>
              <a:t>Topologie zdroje a jeho složitost bezprostředně souvisí s tím, o jaké zařízení se jedná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4172D270-7D7F-41C3-DD58-8F12B4158E13}"/>
              </a:ext>
            </a:extLst>
          </p:cNvPr>
          <p:cNvSpPr/>
          <p:nvPr/>
        </p:nvSpPr>
        <p:spPr>
          <a:xfrm>
            <a:off x="0" y="6794500"/>
            <a:ext cx="5596328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2239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Napájecí 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825625"/>
            <a:ext cx="10627895" cy="4351338"/>
          </a:xfrm>
        </p:spPr>
        <p:txBody>
          <a:bodyPr/>
          <a:lstStyle/>
          <a:p>
            <a:r>
              <a:rPr lang="cs-CZ" dirty="0"/>
              <a:t>V nejjednodušším případě může být zdrojem usměrňovač s nárazovým kondenzátorem (v případě síťového zdroje), nebo baterie složená z galvanických článků či akumulátorů</a:t>
            </a:r>
          </a:p>
          <a:p>
            <a:endParaRPr lang="cs-CZ" dirty="0"/>
          </a:p>
          <a:p>
            <a:r>
              <a:rPr lang="cs-CZ" dirty="0"/>
              <a:t>Vzhledem k tomu, že ve většině případů je požadována stálost napájecího napětí, musí zdroje obsahovat obvody pro stabilizaci napětí</a:t>
            </a:r>
          </a:p>
          <a:p>
            <a:endParaRPr lang="cs-CZ" dirty="0"/>
          </a:p>
          <a:p>
            <a:r>
              <a:rPr lang="cs-CZ" dirty="0"/>
              <a:t>Příslušný přístroj může potřebovat pro svoji činnost i více různých napájecích napětí a s tím samozřejmě narůstá i složitost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676DAD5E-385D-D125-F121-B54053B20773}"/>
              </a:ext>
            </a:extLst>
          </p:cNvPr>
          <p:cNvSpPr/>
          <p:nvPr/>
        </p:nvSpPr>
        <p:spPr>
          <a:xfrm>
            <a:off x="0" y="6794500"/>
            <a:ext cx="5796197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3768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Jednoduchý zdroj s nárazovým kondenzátorem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40835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cs-CZ" dirty="0"/>
              <a:t>Na obrázku je jednoduchý zdroj s nárazovým kondenzátorem bez stabilizace</a:t>
            </a:r>
          </a:p>
          <a:p>
            <a:pPr>
              <a:lnSpc>
                <a:spcPct val="120000"/>
              </a:lnSpc>
            </a:pPr>
            <a:r>
              <a:rPr lang="cs-CZ" dirty="0"/>
              <a:t>V primárním obvodu je zařazen dvoupólový spínač a pojistka (F1), v sekundárním obvodu můstkový dvoucestný usměrňovač (B1) a elektrolytický kondenzátor C1, který slouží k „vyhlazení“ výstupního napětí z usměrňovače</a:t>
            </a:r>
          </a:p>
          <a:p>
            <a:pPr>
              <a:lnSpc>
                <a:spcPct val="120000"/>
              </a:lnSpc>
            </a:pPr>
            <a:r>
              <a:rPr lang="cs-CZ" dirty="0"/>
              <a:t>RZ je zátěž zdroje</a:t>
            </a:r>
          </a:p>
        </p:txBody>
      </p:sp>
      <p:pic>
        <p:nvPicPr>
          <p:cNvPr id="5" name="Picture 4" descr="C:\Documents and Settings\Milan Chmelař\Dokumenty\Milan\Výuka\ASPE_Silnoproudá a přístrojová technika\Přednášky\Příprava textu\Usměrňovače a stabilizátory\Zdroj 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63748" y="3774375"/>
            <a:ext cx="7690052" cy="2654899"/>
          </a:xfrm>
          <a:prstGeom prst="rect">
            <a:avLst/>
          </a:prstGeom>
          <a:noFill/>
        </p:spPr>
      </p:pic>
      <p:sp>
        <p:nvSpPr>
          <p:cNvPr id="6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Napájecí zdroje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Záložní napájecí zdroje</a:t>
            </a:r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5C89CF9D-321E-7F48-4E0F-70441D0D18B8}"/>
              </a:ext>
            </a:extLst>
          </p:cNvPr>
          <p:cNvSpPr/>
          <p:nvPr/>
        </p:nvSpPr>
        <p:spPr>
          <a:xfrm>
            <a:off x="0" y="6794500"/>
            <a:ext cx="5996065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2656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Jednoduchý zdroj s nárazovým kondenzátorem</a:t>
            </a:r>
          </a:p>
        </p:txBody>
      </p:sp>
      <p:pic>
        <p:nvPicPr>
          <p:cNvPr id="6" name="Zástupný symbol pro obsah 4"/>
          <p:cNvPicPr>
            <a:picLocks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5402" y="2264343"/>
            <a:ext cx="6721196" cy="3412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Napájecí zdroje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Záložní napájecí zdroje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6E7AD0AC-4EDB-D3C5-A908-DF45FC42AD5D}"/>
              </a:ext>
            </a:extLst>
          </p:cNvPr>
          <p:cNvSpPr/>
          <p:nvPr/>
        </p:nvSpPr>
        <p:spPr>
          <a:xfrm>
            <a:off x="0" y="6794500"/>
            <a:ext cx="6195935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71407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Stabilizátory napětí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Slouží pro stabilizaci hodnoty výstupního napětí</a:t>
            </a:r>
          </a:p>
          <a:p>
            <a:r>
              <a:rPr lang="cs-CZ" dirty="0"/>
              <a:t>Stabilizátory jsou:</a:t>
            </a:r>
          </a:p>
          <a:p>
            <a:pPr lvl="1"/>
            <a:r>
              <a:rPr lang="cs-CZ" dirty="0"/>
              <a:t>sériové – zdroj vstupního napětí, stabilizátor a zátěž jsou zapojeny v sérii</a:t>
            </a:r>
          </a:p>
          <a:p>
            <a:pPr lvl="1"/>
            <a:r>
              <a:rPr lang="cs-CZ" dirty="0"/>
              <a:t>paralelní – stabilizátor a zátěž jsou spojeny paralelně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Stabilizace napětí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Spínané zdroje 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5A675004-3603-B8B0-7E8C-081647B94A1A}"/>
              </a:ext>
            </a:extLst>
          </p:cNvPr>
          <p:cNvSpPr/>
          <p:nvPr/>
        </p:nvSpPr>
        <p:spPr>
          <a:xfrm>
            <a:off x="0" y="6794500"/>
            <a:ext cx="6395803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02440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Stabilizátory napětí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Sériové stabilizátory mohou být buďto lineární nebo spínané</a:t>
            </a:r>
          </a:p>
          <a:p>
            <a:r>
              <a:rPr lang="cs-CZ" dirty="0"/>
              <a:t>Mívají buďto </a:t>
            </a:r>
            <a:r>
              <a:rPr lang="cs-CZ" b="1" dirty="0"/>
              <a:t>pevné výstupní napětí</a:t>
            </a:r>
            <a:r>
              <a:rPr lang="cs-CZ" dirty="0"/>
              <a:t> nebo je výstupní napětí </a:t>
            </a:r>
            <a:r>
              <a:rPr lang="cs-CZ" b="1" dirty="0"/>
              <a:t>nastavitelné</a:t>
            </a:r>
          </a:p>
          <a:p>
            <a:r>
              <a:rPr lang="cs-CZ" b="1" dirty="0"/>
              <a:t>Spínané </a:t>
            </a:r>
            <a:r>
              <a:rPr lang="cs-CZ" dirty="0"/>
              <a:t>mají </a:t>
            </a:r>
            <a:r>
              <a:rPr lang="cs-CZ" b="1" dirty="0"/>
              <a:t>vyšší účinnost </a:t>
            </a:r>
            <a:r>
              <a:rPr lang="cs-CZ" dirty="0"/>
              <a:t>a </a:t>
            </a:r>
            <a:r>
              <a:rPr lang="cs-CZ" i="1" dirty="0"/>
              <a:t>méně hřejí </a:t>
            </a:r>
            <a:r>
              <a:rPr lang="cs-CZ" dirty="0"/>
              <a:t>(jsou na nich menší ztráty), jsou však </a:t>
            </a:r>
            <a:r>
              <a:rPr lang="cs-CZ" b="1" dirty="0"/>
              <a:t>zdrojem rušení </a:t>
            </a:r>
            <a:r>
              <a:rPr lang="cs-CZ" dirty="0"/>
              <a:t>(lze do značné míry potlačit)</a:t>
            </a:r>
          </a:p>
          <a:p>
            <a:r>
              <a:rPr lang="cs-CZ" dirty="0"/>
              <a:t>Jejich použití vždy však závisí na druhu napájeného zařízení a jeho citlivosti na nežádoucí rušení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Stabilizace napětí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Spínané zdroje 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23F806E9-F07A-C7D4-4FDD-4047382557FD}"/>
              </a:ext>
            </a:extLst>
          </p:cNvPr>
          <p:cNvSpPr/>
          <p:nvPr/>
        </p:nvSpPr>
        <p:spPr>
          <a:xfrm>
            <a:off x="0" y="6794500"/>
            <a:ext cx="6595672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35851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Ukázka stabilizovaného stejnosměrného zdroje s lineárními stabilizátory</a:t>
            </a:r>
          </a:p>
        </p:txBody>
      </p:sp>
      <p:pic>
        <p:nvPicPr>
          <p:cNvPr id="4" name="Zástupný symbol pro obsah 6" descr="Zdroj1"/>
          <p:cNvPicPr>
            <a:picLocks noGrp="1"/>
          </p:cNvPicPr>
          <p:nvPr>
            <p:ph idx="1"/>
          </p:nvPr>
        </p:nvPicPr>
        <p:blipFill rotWithShape="1">
          <a:blip r:embed="rId2" cstate="print"/>
          <a:srcRect t="5327" b="-5327"/>
          <a:stretch/>
        </p:blipFill>
        <p:spPr bwMode="auto">
          <a:xfrm>
            <a:off x="1399342" y="1943351"/>
            <a:ext cx="9393316" cy="4172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Stabilizace napětí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Spínané zdroje - Izolační zdroje - Záložní napájecí zdroje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77BC9C98-BAA1-D1D7-E22A-7A86C60637C0}"/>
              </a:ext>
            </a:extLst>
          </p:cNvPr>
          <p:cNvSpPr/>
          <p:nvPr/>
        </p:nvSpPr>
        <p:spPr>
          <a:xfrm>
            <a:off x="0" y="6794500"/>
            <a:ext cx="6795541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78651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Vlastnosti lineárních stabilizátorů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Lineární stabilizátory mívají obvykle tyto vlastnosti:</a:t>
            </a:r>
          </a:p>
          <a:p>
            <a:pPr lvl="1"/>
            <a:r>
              <a:rPr lang="cs-CZ" dirty="0"/>
              <a:t>Bývají vybaveny proudovou ochranou (je to omezení maximálního proudu)</a:t>
            </a:r>
          </a:p>
          <a:p>
            <a:pPr lvl="1"/>
            <a:r>
              <a:rPr lang="cs-CZ" dirty="0"/>
              <a:t>Bývají vybaveny tepelnou ochranou (při přehřátí se omezí výstupní proud)</a:t>
            </a:r>
          </a:p>
          <a:p>
            <a:pPr lvl="1"/>
            <a:r>
              <a:rPr lang="cs-CZ" dirty="0"/>
              <a:t>Stabilizátory pro větší proudy používají pouzdra, ke kterým je možno připojit chladič</a:t>
            </a:r>
          </a:p>
          <a:p>
            <a:r>
              <a:rPr lang="cs-CZ" dirty="0"/>
              <a:t>Stabilizátory jsou vyráběny pro kladné a záporné výstupní napětí (vztaženo k přístrojové zemi)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Stabilizace napětí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Spínané zdroje 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B6F602C4-C322-2842-C9A4-EFDA01194424}"/>
              </a:ext>
            </a:extLst>
          </p:cNvPr>
          <p:cNvSpPr/>
          <p:nvPr/>
        </p:nvSpPr>
        <p:spPr>
          <a:xfrm>
            <a:off x="0" y="6794500"/>
            <a:ext cx="6995410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87093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Bateriový napájecí zdroj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/>
              <a:t>Při použití galvanických článků je nutno vzít v úvahu vlastnosti elektrochemických zdrojů:</a:t>
            </a:r>
          </a:p>
          <a:p>
            <a:pPr lvl="1">
              <a:lnSpc>
                <a:spcPct val="110000"/>
              </a:lnSpc>
            </a:pPr>
            <a:r>
              <a:rPr lang="cs-CZ" dirty="0"/>
              <a:t>Jejich </a:t>
            </a:r>
            <a:r>
              <a:rPr lang="cs-CZ" b="1" dirty="0"/>
              <a:t>napětí se v průběhu času mění</a:t>
            </a:r>
            <a:r>
              <a:rPr lang="cs-CZ" dirty="0"/>
              <a:t>, tak jak je z nich odebírán proud tekoucí do zátěže. Mimo to existují i ztráty </a:t>
            </a:r>
            <a:r>
              <a:rPr lang="cs-CZ" b="1" dirty="0"/>
              <a:t>samovolným vybíjením</a:t>
            </a:r>
            <a:r>
              <a:rPr lang="cs-CZ" dirty="0"/>
              <a:t>, které také způsobují snižování výstupního napětí</a:t>
            </a:r>
          </a:p>
          <a:p>
            <a:pPr lvl="1"/>
            <a:r>
              <a:rPr lang="cs-CZ" dirty="0"/>
              <a:t>Vlastnosti galvanických článků se mění s jejich </a:t>
            </a:r>
            <a:r>
              <a:rPr lang="cs-CZ" b="1" dirty="0"/>
              <a:t>teplotou</a:t>
            </a:r>
          </a:p>
          <a:p>
            <a:pPr lvl="1"/>
            <a:r>
              <a:rPr lang="cs-CZ" dirty="0"/>
              <a:t>V průběhu vybíjení se může měnit i jejich vnitřní </a:t>
            </a:r>
            <a:r>
              <a:rPr lang="cs-CZ" b="1" dirty="0"/>
              <a:t>odpor</a:t>
            </a:r>
            <a:endParaRPr lang="cs-CZ" dirty="0"/>
          </a:p>
          <a:p>
            <a:pPr lvl="1"/>
            <a:r>
              <a:rPr lang="cs-CZ" b="1" dirty="0"/>
              <a:t>Výstupní napětí </a:t>
            </a:r>
            <a:r>
              <a:rPr lang="cs-CZ" dirty="0"/>
              <a:t>jednotlivého článku je závislé na jeho druhu a typ od typu je rozdílné</a:t>
            </a:r>
          </a:p>
          <a:p>
            <a:pPr lvl="1"/>
            <a:r>
              <a:rPr lang="cs-CZ" b="1" dirty="0"/>
              <a:t>Maximální proud</a:t>
            </a:r>
            <a:r>
              <a:rPr lang="cs-CZ" dirty="0"/>
              <a:t>, který je možno z článku odebírat závisí nejen na druhu článku, ale na technologii jeho výroby</a:t>
            </a:r>
          </a:p>
          <a:p>
            <a:pPr lvl="1"/>
            <a:r>
              <a:rPr lang="cs-CZ" b="1" dirty="0"/>
              <a:t>Množství elektrické energie</a:t>
            </a:r>
            <a:r>
              <a:rPr lang="cs-CZ" dirty="0"/>
              <a:t>, kterou je možno z článku odebrat souvisí s jeho kapacitou. Je závislé nejen na velikosti článku, ale na způsobu jeho vybíjení.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Stabilizace napětí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Spínané zdroje 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42E16922-0416-033E-0CFB-E44B4F02B65B}"/>
              </a:ext>
            </a:extLst>
          </p:cNvPr>
          <p:cNvSpPr/>
          <p:nvPr/>
        </p:nvSpPr>
        <p:spPr>
          <a:xfrm>
            <a:off x="0" y="6794500"/>
            <a:ext cx="7195279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208603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Bateriový napájecí zdroj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Od bateriových napájecích zdrojů požadujeme obvykle tyto základní vlastnosti:</a:t>
            </a:r>
          </a:p>
          <a:p>
            <a:pPr lvl="1"/>
            <a:r>
              <a:rPr lang="cs-CZ" dirty="0"/>
              <a:t>Signalizaci zapnutí</a:t>
            </a:r>
          </a:p>
          <a:p>
            <a:pPr lvl="1"/>
            <a:r>
              <a:rPr lang="cs-CZ" dirty="0"/>
              <a:t>Signalizaci poklesu napětí baterie na určitou, předem zvolenou mez.</a:t>
            </a:r>
          </a:p>
          <a:p>
            <a:pPr lvl="1"/>
            <a:r>
              <a:rPr lang="cs-CZ" dirty="0"/>
              <a:t>Pokud je to z hlediska napájení zařízení zapotřebí – vytvoření kladného a záporného napětí (obvykle pomocí měniče) z jedné baterie. To je zapotřebí</a:t>
            </a:r>
            <a:br>
              <a:rPr lang="cs-CZ" dirty="0"/>
            </a:br>
            <a:r>
              <a:rPr lang="cs-CZ" dirty="0"/>
              <a:t>v případech, kdy je nutno obvody zařízení napájet symetrickým napětím.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Stabilizace napětí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Spínané zdroje 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B07D212B-C7B0-EFBC-808F-4C1A1B6E20CF}"/>
              </a:ext>
            </a:extLst>
          </p:cNvPr>
          <p:cNvSpPr/>
          <p:nvPr/>
        </p:nvSpPr>
        <p:spPr>
          <a:xfrm>
            <a:off x="0" y="6794500"/>
            <a:ext cx="7395148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80655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Ukázka bateriového napájecího zdroje</a:t>
            </a:r>
          </a:p>
        </p:txBody>
      </p:sp>
      <p:pic>
        <p:nvPicPr>
          <p:cNvPr id="5" name="Obrázek 9" descr="Zdroj_bat.png"/>
          <p:cNvPicPr>
            <a:picLocks noGrp="1"/>
          </p:cNvPicPr>
          <p:nvPr>
            <p:ph idx="1"/>
          </p:nvPr>
        </p:nvPicPr>
        <p:blipFill rotWithShape="1">
          <a:blip r:embed="rId2" cstate="print"/>
          <a:srcRect t="3715" b="-3715"/>
          <a:stretch/>
        </p:blipFill>
        <p:spPr>
          <a:xfrm>
            <a:off x="2318763" y="1395663"/>
            <a:ext cx="7554473" cy="5138750"/>
          </a:xfrm>
          <a:prstGeom prst="rect">
            <a:avLst/>
          </a:prstGeom>
        </p:spPr>
      </p:pic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Stabilizace napětí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Spínané zdroje - Izolační zdroje - Záložní napájecí zdroje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D319C73A-E1C7-DF24-5A4D-C42936CD4553}"/>
              </a:ext>
            </a:extLst>
          </p:cNvPr>
          <p:cNvSpPr/>
          <p:nvPr/>
        </p:nvSpPr>
        <p:spPr>
          <a:xfrm>
            <a:off x="0" y="6794500"/>
            <a:ext cx="7595016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3019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Napěťové reference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Zvláštním stabilizovaným zdrojem jsou zdroje referenčního napětí.</a:t>
            </a:r>
          </a:p>
          <a:p>
            <a:r>
              <a:rPr lang="cs-CZ" dirty="0"/>
              <a:t>U nich je základním požadavkem velká časová stálost velikosti výstupního napětí a to i při změnách teploty.</a:t>
            </a:r>
          </a:p>
          <a:p>
            <a:r>
              <a:rPr lang="cs-CZ" dirty="0"/>
              <a:t>Nejčastěji jsou používány s různými A/D převodníky. Tyto obvody mohou být i dosti drahé (cena souvisí s přesností a požadavek na přesnost narůstá s počtem bitů převodníku).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Stabilizace napětí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Spínané zdroje 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8BF35D8D-DD68-CFF0-61C0-66F569ABAF9B}"/>
              </a:ext>
            </a:extLst>
          </p:cNvPr>
          <p:cNvSpPr/>
          <p:nvPr/>
        </p:nvSpPr>
        <p:spPr>
          <a:xfrm>
            <a:off x="0" y="6794500"/>
            <a:ext cx="7794885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60470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Měniče napětí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Mimo výše uvedených stabilizátorů, které vždy snižují vyšší vstupní napětí na úroveň požadovanou pro napájení daného zařízení, existují ještě spínané měniče.</a:t>
            </a:r>
          </a:p>
          <a:p>
            <a:r>
              <a:rPr lang="cs-CZ" dirty="0"/>
              <a:t>Ty pracují vždy s nějakým akumulačním prvkem. Tím může být buďto indukčnost nebo kapacita.</a:t>
            </a:r>
          </a:p>
          <a:p>
            <a:r>
              <a:rPr lang="cs-CZ" dirty="0"/>
              <a:t>Pomocí těchto měničů lze vstupní napětí buďto snižovat, či zvyšovat nebo invertovat.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Spínané zdroje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FA3D878E-6D1B-9A55-EE25-788ED1999142}"/>
              </a:ext>
            </a:extLst>
          </p:cNvPr>
          <p:cNvSpPr/>
          <p:nvPr/>
        </p:nvSpPr>
        <p:spPr>
          <a:xfrm>
            <a:off x="0" y="6794500"/>
            <a:ext cx="7994754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26652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Síťové napájecí 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Síťové zdroje mohou být spínané nebo obyčejné.</a:t>
            </a:r>
          </a:p>
          <a:p>
            <a:r>
              <a:rPr lang="cs-CZ" dirty="0"/>
              <a:t>Základní výhodou </a:t>
            </a:r>
            <a:r>
              <a:rPr lang="cs-CZ" b="1" dirty="0"/>
              <a:t>spínaného zdroje </a:t>
            </a:r>
            <a:r>
              <a:rPr lang="cs-CZ" dirty="0"/>
              <a:t>je jeho malá hmotnost – výrazně nižší než u obyčejného zdroje.</a:t>
            </a:r>
          </a:p>
          <a:p>
            <a:r>
              <a:rPr lang="cs-CZ" dirty="0"/>
              <a:t>Je to dáno tím, že neobsahuje síťový transformátor pracující na kmitočtu sítě 50 Hz, ten totiž může mít značnou hmotnost a i rozměry (v závislosti na přenášeném výkonu).</a:t>
            </a:r>
          </a:p>
          <a:p>
            <a:r>
              <a:rPr lang="cs-CZ" dirty="0"/>
              <a:t>Velikost transformátoru (a tím i jeho hmotnost) totiž bezprostředně souvisí s velikostí </a:t>
            </a:r>
            <a:r>
              <a:rPr lang="cs-CZ" b="1" dirty="0"/>
              <a:t>přenášeného výkonu </a:t>
            </a:r>
            <a:r>
              <a:rPr lang="cs-CZ" dirty="0"/>
              <a:t>a s </a:t>
            </a:r>
            <a:r>
              <a:rPr lang="cs-CZ" b="1" dirty="0"/>
              <a:t>pracovním kmitočtem</a:t>
            </a:r>
            <a:r>
              <a:rPr lang="cs-CZ" dirty="0"/>
              <a:t>.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Spínané zdroje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8D58B5DC-22A5-4186-E64A-CCB5A58E89C7}"/>
              </a:ext>
            </a:extLst>
          </p:cNvPr>
          <p:cNvSpPr/>
          <p:nvPr/>
        </p:nvSpPr>
        <p:spPr>
          <a:xfrm>
            <a:off x="0" y="6794500"/>
            <a:ext cx="8194623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83392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Spínané napájecí 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825625"/>
            <a:ext cx="10615863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cs-CZ" dirty="0"/>
              <a:t>Spínaný síťový zdroj pracuje tak, že se napětí 230 V z elektrovodné sítě nejprve usměrní, toto usměrněné napětí se pomocí elektronických spínačů přemění na obdélníkové impulzy s kmitočtem cca 100 kHz.</a:t>
            </a:r>
          </a:p>
          <a:p>
            <a:pPr>
              <a:lnSpc>
                <a:spcPct val="100000"/>
              </a:lnSpc>
            </a:pPr>
            <a:r>
              <a:rPr lang="cs-CZ" dirty="0"/>
              <a:t>Impulzy se přenesou přes impulzní transformátor, který má svoje vinutí umístěno na feritovém jádru.</a:t>
            </a:r>
          </a:p>
          <a:p>
            <a:pPr>
              <a:lnSpc>
                <a:spcPct val="100000"/>
              </a:lnSpc>
            </a:pPr>
            <a:r>
              <a:rPr lang="cs-CZ" dirty="0"/>
              <a:t>S ohledem na vysoký pracovní kmitočet jsou i pro větší výkon rozměry jádra malé a transformátor je velmi lehký. Takový zdroj najdeme např. v každém počítači či nabíječce mobilních zařízení.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Spínané zdroje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F1FC7DC1-BF98-3802-0C95-062A61776200}"/>
              </a:ext>
            </a:extLst>
          </p:cNvPr>
          <p:cNvSpPr/>
          <p:nvPr/>
        </p:nvSpPr>
        <p:spPr>
          <a:xfrm>
            <a:off x="0" y="6794500"/>
            <a:ext cx="8394491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51510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Síťový zdroj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Síťový zdroj je nejen zdrojem napětí potřebných pro napájení obvodů přístroje, ale tvoří také </a:t>
            </a:r>
            <a:r>
              <a:rPr lang="cs-CZ" b="1" dirty="0"/>
              <a:t>oddělovací člen mezi elektrovodnou sítí a výstupem přístroje</a:t>
            </a:r>
            <a:r>
              <a:rPr lang="cs-CZ" dirty="0"/>
              <a:t>.</a:t>
            </a:r>
          </a:p>
          <a:p>
            <a:r>
              <a:rPr lang="cs-CZ" dirty="0"/>
              <a:t>Tato vlastnost je z hlediska elektrické bezpečnosti zařízení velmi důležitá, obzvláště v těch případech, kdy se uživatel přístroje může dostat do přímého kontaktu s vodivými částmi přístroje.</a:t>
            </a:r>
          </a:p>
          <a:p>
            <a:r>
              <a:rPr lang="cs-CZ" dirty="0"/>
              <a:t>U zdravotnické techniky upravuje z hlediska požadavků na elektrickou bezpečnost základní podmínky norma ČSN EN 60601-1 Zdravotnické elektrické přístroje, část 1: </a:t>
            </a:r>
            <a:r>
              <a:rPr lang="cs-CZ" i="1" dirty="0"/>
              <a:t>Všeobecné požadavky na bezpečnost</a:t>
            </a:r>
            <a:r>
              <a:rPr lang="cs-CZ" dirty="0"/>
              <a:t>.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Spínané zdroje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4A929BEC-543A-08F9-DA96-E6AC1E6C9538}"/>
              </a:ext>
            </a:extLst>
          </p:cNvPr>
          <p:cNvSpPr/>
          <p:nvPr/>
        </p:nvSpPr>
        <p:spPr>
          <a:xfrm>
            <a:off x="0" y="6794500"/>
            <a:ext cx="8594361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44430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části síťového 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sz="2400" b="1" dirty="0"/>
              <a:t>Síťový transformátor</a:t>
            </a:r>
            <a:r>
              <a:rPr lang="cs-CZ" sz="2400" dirty="0"/>
              <a:t> s jedním primárním vinutím (počet závitů primárního vinutí může být přepínatelný s ohledem na přizpůsobení zdroje velikosti napětí dané elektrické sítě), dále pak ze sekundárních vinutí (jejich počet závisí na počtu požadovaných napětí a jejich polaritě). Limitním případem je jedno sekundární vinutí.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sz="2400" b="1" dirty="0"/>
              <a:t>Usměrňovač</a:t>
            </a:r>
            <a:r>
              <a:rPr lang="cs-CZ" sz="2400" dirty="0"/>
              <a:t>, nejčastěji můstkový, dovoluje dvoucestné usměrnění síťového napětí bez nutnosti dvou sekundárních vinutí pro jedno napětí.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sz="2400" b="1" dirty="0"/>
              <a:t>Nárazový kondenzátor</a:t>
            </a:r>
            <a:r>
              <a:rPr lang="cs-CZ" sz="2400" dirty="0"/>
              <a:t> slouží k vyhlazení napětí z výstupu dvoucestného usměrňovače.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Spínané zdroje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C5C5F172-A97A-A856-4639-EBF0F484B624}"/>
              </a:ext>
            </a:extLst>
          </p:cNvPr>
          <p:cNvSpPr/>
          <p:nvPr/>
        </p:nvSpPr>
        <p:spPr>
          <a:xfrm>
            <a:off x="0" y="6794500"/>
            <a:ext cx="8794230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0616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části síťového 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sz="2400" b="1" dirty="0"/>
              <a:t>Stabilizátor</a:t>
            </a:r>
            <a:r>
              <a:rPr lang="cs-CZ" sz="2400" dirty="0"/>
              <a:t> slouží pro odstranění kolísání napájecího napětí.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sz="2400" b="1" dirty="0"/>
              <a:t>Signalizační obvody</a:t>
            </a:r>
            <a:r>
              <a:rPr lang="cs-CZ" sz="2400" dirty="0"/>
              <a:t>, které upozorňuji na zapnutí přístroje, případně na závadu</a:t>
            </a:r>
            <a:br>
              <a:rPr lang="cs-CZ" sz="2400" dirty="0"/>
            </a:br>
            <a:r>
              <a:rPr lang="cs-CZ" sz="2400" dirty="0"/>
              <a:t>ve zdroji.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sz="2400" b="1" dirty="0"/>
              <a:t>Pojistky</a:t>
            </a:r>
            <a:r>
              <a:rPr lang="cs-CZ" sz="2400" dirty="0"/>
              <a:t>, klasické nebo elektronické, chrání napájecí zdroj před zkratem (např. při poruše elektroniky přístroje).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Spínané zdroje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Izolační zdroje 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EFB78952-3E21-8D1D-CE26-B585E9132F90}"/>
              </a:ext>
            </a:extLst>
          </p:cNvPr>
          <p:cNvSpPr/>
          <p:nvPr/>
        </p:nvSpPr>
        <p:spPr>
          <a:xfrm>
            <a:off x="0" y="6794500"/>
            <a:ext cx="8994098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54584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DC/DC izolační 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6"/>
            <a:ext cx="10712116" cy="427438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sz="2200" dirty="0"/>
              <a:t>Pojem DC/DC znamená, že tento obvod má stejnosměrný vstup a stejnosměrný výstup.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sz="2200" dirty="0"/>
              <a:t>Používá se v případech, kdy chceme vytvořit vstup nějakého zařízení plovoucí, tj. oddělený od další části přístroje.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sz="2200" dirty="0"/>
              <a:t>Abychom toho dosáhli, musíme oddělit jak signálovou cestu, tak i napájení oddělené části.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sz="2200" dirty="0"/>
              <a:t>Tyto měniče používají jako izolační prvek buďto impulzový transformátor, nebo kondenzátory. Jsou to zdroje v principu impulzní, i když vstup i výstup je stejnosměrné napětí.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sz="2200" dirty="0"/>
              <a:t>Pracovní kmitočty mohou dosahovat až 100 kHz. Někdy u nich bývá problém s rušením. Vstupní a výstupní napětí u nich nemusí být stejné. Na výstupu mohou mít i více napětí.</a:t>
            </a:r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Izolační zdroje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70426A18-A93C-2D95-5A91-AB983AA3C2E0}"/>
              </a:ext>
            </a:extLst>
          </p:cNvPr>
          <p:cNvSpPr/>
          <p:nvPr/>
        </p:nvSpPr>
        <p:spPr>
          <a:xfrm>
            <a:off x="0" y="6794500"/>
            <a:ext cx="9193967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75293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Ukázka DC/DC izolačního zdroje</a:t>
            </a:r>
          </a:p>
        </p:txBody>
      </p:sp>
      <p:pic>
        <p:nvPicPr>
          <p:cNvPr id="6" name="Picture 2" descr="C:\Documents and Settings\Milan Chmelař\Dokumenty\Milan\Výuka\ASPE_Silnoproudá a přístrojová technika\Přednášky\Příprava textu\Usměrňovače a stabilizátory\DC_DC měnič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577595" y="1690688"/>
            <a:ext cx="9036809" cy="3681663"/>
          </a:xfrm>
          <a:prstGeom prst="rect">
            <a:avLst/>
          </a:prstGeom>
          <a:noFill/>
        </p:spPr>
      </p:pic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Izolační zdroje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Záložní napájecí zdroje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5F67F8CF-3383-0036-0FC9-9F636828C720}"/>
              </a:ext>
            </a:extLst>
          </p:cNvPr>
          <p:cNvSpPr/>
          <p:nvPr/>
        </p:nvSpPr>
        <p:spPr>
          <a:xfrm>
            <a:off x="0" y="6794500"/>
            <a:ext cx="9393836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38917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Záložní napájecí zdroje</a:t>
            </a:r>
          </a:p>
        </p:txBody>
      </p:sp>
      <p:sp>
        <p:nvSpPr>
          <p:cNvPr id="4" name="Podnadpis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138479B4-3F30-181C-59FF-40CA1130B8CB}"/>
              </a:ext>
            </a:extLst>
          </p:cNvPr>
          <p:cNvSpPr/>
          <p:nvPr/>
        </p:nvSpPr>
        <p:spPr>
          <a:xfrm>
            <a:off x="0" y="6794500"/>
            <a:ext cx="9593705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77261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Záložní zdroje – UPS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2400" i="1" dirty="0" err="1"/>
              <a:t>Uninterruptible</a:t>
            </a:r>
            <a:r>
              <a:rPr lang="cs-CZ" sz="2400" i="1" dirty="0"/>
              <a:t> </a:t>
            </a:r>
            <a:r>
              <a:rPr lang="cs-CZ" sz="2400" i="1" dirty="0" err="1"/>
              <a:t>Power</a:t>
            </a:r>
            <a:r>
              <a:rPr lang="cs-CZ" sz="2400" i="1" dirty="0"/>
              <a:t> Supply</a:t>
            </a:r>
            <a:r>
              <a:rPr lang="cs-CZ" sz="2400" dirty="0"/>
              <a:t> – zdroj nepřerušovaného napájení</a:t>
            </a:r>
          </a:p>
          <a:p>
            <a:pPr>
              <a:lnSpc>
                <a:spcPct val="110000"/>
              </a:lnSpc>
            </a:pPr>
            <a:r>
              <a:rPr lang="cs-CZ" sz="2400" dirty="0"/>
              <a:t>Nejnovější technologie vyvinuté na bázi počítačů a komunikačních systémů nepřipouštějí přerušení dodávky elektrického proudu</a:t>
            </a:r>
          </a:p>
          <a:p>
            <a:pPr>
              <a:lnSpc>
                <a:spcPct val="110000"/>
              </a:lnSpc>
            </a:pPr>
            <a:r>
              <a:rPr lang="cs-CZ" sz="2400" dirty="0"/>
              <a:t>UPS je principiálně záložní baterií (i když zdrojem energie nemusí být jen akumulátory), která je schopna zajistit nepřetržité napájení kritických částí telekomunikačního systému a život podporujících zařízení v nemocnicích.</a:t>
            </a:r>
          </a:p>
          <a:p>
            <a:pPr>
              <a:lnSpc>
                <a:spcPct val="110000"/>
              </a:lnSpc>
            </a:pPr>
            <a:r>
              <a:rPr lang="cs-CZ" sz="2400" dirty="0"/>
              <a:t>U počítačů může neočekávaný výpadek proudu způsobit ztrátu dat, na operačním sále může neočekávaný výpadek proudu způsobit i ztrátu života pacienta.</a:t>
            </a: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Záložní napájecí zdroje</a:t>
            </a:r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A389EA48-DD66-7218-C8D6-0379DD128B96}"/>
              </a:ext>
            </a:extLst>
          </p:cNvPr>
          <p:cNvSpPr/>
          <p:nvPr/>
        </p:nvSpPr>
        <p:spPr>
          <a:xfrm>
            <a:off x="0" y="6794500"/>
            <a:ext cx="9793574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72713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Záložní zdroje – UPS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2432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cs-CZ" dirty="0"/>
              <a:t>Úlohou UPS je chránit data a citlivá zařízení před poškozením vlivem nepředvídatelných událostí v síti, jako jsou šumy, rázy, napěťové špičky, poklesy napětí nebo úplné výpadky</a:t>
            </a:r>
          </a:p>
          <a:p>
            <a:pPr>
              <a:lnSpc>
                <a:spcPct val="110000"/>
              </a:lnSpc>
            </a:pPr>
            <a:r>
              <a:rPr lang="cs-CZ" dirty="0"/>
              <a:t>Dojde-li k výpadku elektrické energie, záložní zdroj dodává spotřebiči energii</a:t>
            </a:r>
            <a:br>
              <a:rPr lang="cs-CZ" dirty="0"/>
            </a:br>
            <a:r>
              <a:rPr lang="cs-CZ" dirty="0"/>
              <a:t>ze svých akumulátorů nebo z jiného zdroje energie</a:t>
            </a:r>
          </a:p>
          <a:p>
            <a:pPr>
              <a:lnSpc>
                <a:spcPct val="110000"/>
              </a:lnSpc>
            </a:pPr>
            <a:r>
              <a:rPr lang="cs-CZ" dirty="0"/>
              <a:t>Vzhledem k ceně elektronických zařízení a přenášených dat jsou UPS nezbytným vybavením všech informačních systémů</a:t>
            </a:r>
          </a:p>
          <a:p>
            <a:pPr>
              <a:lnSpc>
                <a:spcPct val="110000"/>
              </a:lnSpc>
            </a:pPr>
            <a:r>
              <a:rPr lang="cs-CZ" dirty="0"/>
              <a:t>Záložní zdroje však pracují také na místech, kde výpadek elektrické energie může znamenat ohrožení zdraví a života nebo značné materiální ztráty. Takovými oblastmi jsou např. zdravotnictví, doprava, ozbrojené sbory, zabezpečovací technika.</a:t>
            </a:r>
          </a:p>
          <a:p>
            <a:pPr>
              <a:lnSpc>
                <a:spcPct val="110000"/>
              </a:lnSpc>
            </a:pP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Záložní napájecí zdroje</a:t>
            </a:r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180645AD-6727-DF41-0587-5774955DC13A}"/>
              </a:ext>
            </a:extLst>
          </p:cNvPr>
          <p:cNvSpPr/>
          <p:nvPr/>
        </p:nvSpPr>
        <p:spPr>
          <a:xfrm>
            <a:off x="0" y="6794500"/>
            <a:ext cx="9993443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06232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Rozdělení UPS podle typu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5225716" cy="4351338"/>
          </a:xfrm>
        </p:spPr>
        <p:txBody>
          <a:bodyPr>
            <a:normAutofit/>
          </a:bodyPr>
          <a:lstStyle/>
          <a:p>
            <a:r>
              <a:rPr lang="cs-CZ" dirty="0"/>
              <a:t>Stejnosměrné</a:t>
            </a:r>
          </a:p>
          <a:p>
            <a:pPr lvl="1"/>
            <a:r>
              <a:rPr lang="cs-CZ" dirty="0"/>
              <a:t>bateriové</a:t>
            </a:r>
          </a:p>
          <a:p>
            <a:pPr lvl="1"/>
            <a:r>
              <a:rPr lang="cs-CZ" dirty="0"/>
              <a:t>motorgenerátory</a:t>
            </a:r>
          </a:p>
          <a:p>
            <a:endParaRPr lang="cs-CZ" dirty="0"/>
          </a:p>
          <a:p>
            <a:r>
              <a:rPr lang="cs-CZ" dirty="0"/>
              <a:t>Střídavé</a:t>
            </a:r>
          </a:p>
          <a:p>
            <a:pPr lvl="1"/>
            <a:r>
              <a:rPr lang="cs-CZ" dirty="0"/>
              <a:t>bateriové měniče</a:t>
            </a:r>
          </a:p>
          <a:p>
            <a:pPr lvl="1"/>
            <a:r>
              <a:rPr lang="cs-CZ" dirty="0"/>
              <a:t>motorgenerátory</a:t>
            </a:r>
          </a:p>
        </p:txBody>
      </p:sp>
      <p:sp>
        <p:nvSpPr>
          <p:cNvPr id="4" name="Zástupný symbol pro obsah 2"/>
          <p:cNvSpPr txBox="1">
            <a:spLocks/>
          </p:cNvSpPr>
          <p:nvPr/>
        </p:nvSpPr>
        <p:spPr>
          <a:xfrm>
            <a:off x="6063916" y="1825625"/>
            <a:ext cx="52898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U střídavých náhradních zdrojů pak posuzujeme, jak se jejich výstupní napětí liší od sinusovky (tj. míru jeho zkreslení)</a:t>
            </a:r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Záložní napájecí zdroje</a:t>
            </a:r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6485ABB5-0260-A504-BB4E-0A01352DA2CF}"/>
              </a:ext>
            </a:extLst>
          </p:cNvPr>
          <p:cNvSpPr/>
          <p:nvPr/>
        </p:nvSpPr>
        <p:spPr>
          <a:xfrm>
            <a:off x="0" y="6794500"/>
            <a:ext cx="10193311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6503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Rozdělení UPS podle činnosti – kategorie VFD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825624"/>
            <a:ext cx="10629276" cy="47436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b="1" dirty="0" err="1"/>
              <a:t>Voltage</a:t>
            </a:r>
            <a:r>
              <a:rPr lang="cs-CZ" b="1" dirty="0"/>
              <a:t> and </a:t>
            </a:r>
            <a:r>
              <a:rPr lang="cs-CZ" b="1" dirty="0" err="1"/>
              <a:t>Frequency</a:t>
            </a:r>
            <a:r>
              <a:rPr lang="cs-CZ" b="1" dirty="0"/>
              <a:t> </a:t>
            </a:r>
            <a:r>
              <a:rPr lang="cs-CZ" b="1" dirty="0" err="1"/>
              <a:t>Dependent</a:t>
            </a:r>
            <a:endParaRPr lang="cs-CZ" b="1" dirty="0"/>
          </a:p>
          <a:p>
            <a:pPr>
              <a:lnSpc>
                <a:spcPct val="100000"/>
              </a:lnSpc>
            </a:pPr>
            <a:r>
              <a:rPr lang="cs-CZ" dirty="0"/>
              <a:t>Napěťově závislé zdroje</a:t>
            </a:r>
          </a:p>
          <a:p>
            <a:pPr>
              <a:lnSpc>
                <a:spcPct val="100000"/>
              </a:lnSpc>
            </a:pPr>
            <a:r>
              <a:rPr lang="cs-CZ" dirty="0"/>
              <a:t>Typ </a:t>
            </a:r>
            <a:r>
              <a:rPr lang="cs-CZ" i="1" dirty="0" err="1"/>
              <a:t>offline</a:t>
            </a:r>
            <a:endParaRPr lang="cs-CZ" i="1" dirty="0"/>
          </a:p>
          <a:p>
            <a:pPr>
              <a:lnSpc>
                <a:spcPct val="100000"/>
              </a:lnSpc>
            </a:pPr>
            <a:r>
              <a:rPr lang="cs-CZ" dirty="0"/>
              <a:t>Při výpadku přepínají odběr na záložní měnič napájený z akumulátorů. Dochází zde ke krátkodobému výpadku (</a:t>
            </a:r>
            <a:r>
              <a:rPr lang="cs-CZ"/>
              <a:t>zhruba 25 </a:t>
            </a:r>
            <a:r>
              <a:rPr lang="cs-CZ" dirty="0" err="1"/>
              <a:t>ms</a:t>
            </a:r>
            <a:r>
              <a:rPr lang="cs-CZ" dirty="0"/>
              <a:t>).</a:t>
            </a:r>
          </a:p>
          <a:p>
            <a:pPr>
              <a:lnSpc>
                <a:spcPct val="100000"/>
              </a:lnSpc>
            </a:pPr>
            <a:r>
              <a:rPr lang="cs-CZ" dirty="0"/>
              <a:t>Nižší cena, </a:t>
            </a:r>
            <a:r>
              <a:rPr lang="cs-CZ" i="1" dirty="0"/>
              <a:t>nutný </a:t>
            </a:r>
            <a:r>
              <a:rPr lang="cs-CZ" dirty="0"/>
              <a:t>výpadek</a:t>
            </a:r>
          </a:p>
          <a:p>
            <a:pPr>
              <a:lnSpc>
                <a:spcPct val="100000"/>
              </a:lnSpc>
            </a:pP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Záložní napájecí zdroje</a:t>
            </a:r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B0A8F53B-84EA-5F19-FF91-00CDFC438334}"/>
              </a:ext>
            </a:extLst>
          </p:cNvPr>
          <p:cNvSpPr/>
          <p:nvPr/>
        </p:nvSpPr>
        <p:spPr>
          <a:xfrm>
            <a:off x="0" y="6794500"/>
            <a:ext cx="10393180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755313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Blokové schéma UPS typu </a:t>
            </a:r>
            <a:r>
              <a:rPr lang="cs-CZ" i="1" dirty="0" err="1"/>
              <a:t>offline</a:t>
            </a:r>
            <a:endParaRPr lang="cs-CZ" i="1" dirty="0"/>
          </a:p>
        </p:txBody>
      </p:sp>
      <p:pic>
        <p:nvPicPr>
          <p:cNvPr id="4" name="Picture 4" descr="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t="-7837" b="25051"/>
          <a:stretch/>
        </p:blipFill>
        <p:spPr>
          <a:xfrm>
            <a:off x="2843214" y="2520000"/>
            <a:ext cx="6505575" cy="2484000"/>
          </a:xfrm>
          <a:noFill/>
        </p:spPr>
      </p:pic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Záložní napájecí zdroje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1045DDF6-D135-CEEB-8C8F-746D587A1AF8}"/>
              </a:ext>
            </a:extLst>
          </p:cNvPr>
          <p:cNvSpPr/>
          <p:nvPr/>
        </p:nvSpPr>
        <p:spPr>
          <a:xfrm>
            <a:off x="0" y="6794500"/>
            <a:ext cx="10593050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47674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Rozdělení UPS podle činnosti – kategorie VI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825624"/>
            <a:ext cx="10629276" cy="47436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b="1" dirty="0" err="1"/>
              <a:t>Voltage</a:t>
            </a:r>
            <a:r>
              <a:rPr lang="cs-CZ" b="1" dirty="0"/>
              <a:t> Independent</a:t>
            </a:r>
            <a:endParaRPr lang="cs-CZ" dirty="0"/>
          </a:p>
          <a:p>
            <a:pPr>
              <a:lnSpc>
                <a:spcPct val="100000"/>
              </a:lnSpc>
            </a:pPr>
            <a:r>
              <a:rPr lang="cs-CZ" dirty="0"/>
              <a:t>Napěťově nezávislé zdroje</a:t>
            </a:r>
          </a:p>
          <a:p>
            <a:pPr>
              <a:lnSpc>
                <a:spcPct val="100000"/>
              </a:lnSpc>
            </a:pPr>
            <a:r>
              <a:rPr lang="cs-CZ" dirty="0"/>
              <a:t>Typ line </a:t>
            </a:r>
            <a:r>
              <a:rPr lang="cs-CZ" dirty="0" err="1"/>
              <a:t>interactive</a:t>
            </a:r>
            <a:endParaRPr lang="cs-CZ" dirty="0"/>
          </a:p>
          <a:p>
            <a:pPr>
              <a:lnSpc>
                <a:spcPct val="100000"/>
              </a:lnSpc>
            </a:pPr>
            <a:r>
              <a:rPr lang="cs-CZ" dirty="0"/>
              <a:t>Regulační transformátor vyrovnává mimořádné anomálie elektrické sítě, což vede nižšímu opotřebení akumulátorů (proti VD, resp. VFD)</a:t>
            </a:r>
          </a:p>
          <a:p>
            <a:pPr>
              <a:lnSpc>
                <a:spcPct val="100000"/>
              </a:lnSpc>
            </a:pPr>
            <a:endParaRPr lang="cs-CZ" dirty="0"/>
          </a:p>
          <a:p>
            <a:pPr>
              <a:lnSpc>
                <a:spcPct val="100000"/>
              </a:lnSpc>
            </a:pP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Záložní napájecí zdroje</a:t>
            </a:r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BB2688F7-9DC2-4C54-F932-69AB3B64AE8E}"/>
              </a:ext>
            </a:extLst>
          </p:cNvPr>
          <p:cNvSpPr/>
          <p:nvPr/>
        </p:nvSpPr>
        <p:spPr>
          <a:xfrm>
            <a:off x="0" y="6794500"/>
            <a:ext cx="11192656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2349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Blokové schéma UPS typu </a:t>
            </a:r>
            <a:r>
              <a:rPr lang="cs-CZ" i="1" dirty="0"/>
              <a:t>line </a:t>
            </a:r>
            <a:r>
              <a:rPr lang="cs-CZ" i="1" dirty="0" err="1"/>
              <a:t>interactive</a:t>
            </a:r>
            <a:endParaRPr lang="cs-CZ" i="1" dirty="0"/>
          </a:p>
        </p:txBody>
      </p:sp>
      <p:graphicFrame>
        <p:nvGraphicFramePr>
          <p:cNvPr id="5" name="Object 10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9305615"/>
              </p:ext>
            </p:extLst>
          </p:nvPr>
        </p:nvGraphicFramePr>
        <p:xfrm>
          <a:off x="3498850" y="1909763"/>
          <a:ext cx="5184775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astrový obraz" r:id="rId2" imgW="5723810" imgH="3505689" progId="PBrush">
                  <p:embed/>
                </p:oleObj>
              </mc:Choice>
              <mc:Fallback>
                <p:oleObj name="Rastrový obraz" r:id="rId2" imgW="5723810" imgH="3505689" progId="PBrush">
                  <p:embed/>
                  <p:pic>
                    <p:nvPicPr>
                      <p:cNvPr id="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8850" y="1909763"/>
                        <a:ext cx="5184775" cy="3175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776000" y="5696998"/>
            <a:ext cx="8640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dirty="0"/>
              <a:t>1. Smyčka řídící fázi a amplitudu		2. Smyčka řídící nabíjení </a:t>
            </a:r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Záložní napájecí zdroje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1DFF0F40-A82F-B42D-CBD7-18183AB599FC}"/>
              </a:ext>
            </a:extLst>
          </p:cNvPr>
          <p:cNvSpPr/>
          <p:nvPr/>
        </p:nvSpPr>
        <p:spPr>
          <a:xfrm>
            <a:off x="0" y="6794500"/>
            <a:ext cx="11392525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58818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Rozdělení UPS podle činnosti – kategorie VFI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825624"/>
            <a:ext cx="10651959" cy="47436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b="1" dirty="0" err="1"/>
              <a:t>Voltage</a:t>
            </a:r>
            <a:r>
              <a:rPr lang="cs-CZ" b="1" dirty="0"/>
              <a:t> and </a:t>
            </a:r>
            <a:r>
              <a:rPr lang="cs-CZ" b="1" dirty="0" err="1"/>
              <a:t>Frequency</a:t>
            </a:r>
            <a:r>
              <a:rPr lang="cs-CZ" b="1" dirty="0"/>
              <a:t> Independent</a:t>
            </a:r>
          </a:p>
          <a:p>
            <a:pPr>
              <a:lnSpc>
                <a:spcPct val="100000"/>
              </a:lnSpc>
            </a:pPr>
            <a:r>
              <a:rPr lang="cs-CZ" dirty="0"/>
              <a:t>Frekvenčně a napěťově nezávislé zdroje</a:t>
            </a:r>
          </a:p>
          <a:p>
            <a:pPr>
              <a:lnSpc>
                <a:spcPct val="100000"/>
              </a:lnSpc>
            </a:pPr>
            <a:r>
              <a:rPr lang="cs-CZ" dirty="0"/>
              <a:t>Typ </a:t>
            </a:r>
            <a:r>
              <a:rPr lang="cs-CZ" i="1" dirty="0"/>
              <a:t>online</a:t>
            </a:r>
          </a:p>
          <a:p>
            <a:pPr>
              <a:lnSpc>
                <a:spcPct val="100000"/>
              </a:lnSpc>
            </a:pPr>
            <a:r>
              <a:rPr lang="cs-CZ" dirty="0"/>
              <a:t>Napájí spotřebiče prostřednictvím DC/AC měniče trvale z akumulátorů, které jsou současně dobíjeny ze sítě.</a:t>
            </a:r>
          </a:p>
          <a:p>
            <a:pPr>
              <a:lnSpc>
                <a:spcPct val="100000"/>
              </a:lnSpc>
            </a:pPr>
            <a:r>
              <a:rPr lang="cs-CZ" dirty="0"/>
              <a:t>UPS provádí stabilizaci a filtraci napětí.</a:t>
            </a:r>
          </a:p>
          <a:p>
            <a:pPr>
              <a:lnSpc>
                <a:spcPct val="100000"/>
              </a:lnSpc>
            </a:pPr>
            <a:r>
              <a:rPr lang="cs-CZ" dirty="0"/>
              <a:t>V případě výpadku či poklesu napětí dodávají akumulátory energii bez jakéhokoliv přerušení. </a:t>
            </a:r>
          </a:p>
          <a:p>
            <a:pPr>
              <a:lnSpc>
                <a:spcPct val="100000"/>
              </a:lnSpc>
            </a:pPr>
            <a:endParaRPr lang="cs-CZ" dirty="0"/>
          </a:p>
          <a:p>
            <a:pPr>
              <a:lnSpc>
                <a:spcPct val="100000"/>
              </a:lnSpc>
            </a:pPr>
            <a:endParaRPr lang="cs-CZ" dirty="0"/>
          </a:p>
          <a:p>
            <a:pPr>
              <a:lnSpc>
                <a:spcPct val="100000"/>
              </a:lnSpc>
            </a:pP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Záložní napájecí zdroje</a:t>
            </a:r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E5F33103-0302-3A84-D904-1ED4B9BD2C96}"/>
              </a:ext>
            </a:extLst>
          </p:cNvPr>
          <p:cNvSpPr/>
          <p:nvPr/>
        </p:nvSpPr>
        <p:spPr>
          <a:xfrm>
            <a:off x="0" y="6794500"/>
            <a:ext cx="10792918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85907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Blokové schéma UPS typu </a:t>
            </a:r>
            <a:r>
              <a:rPr lang="cs-CZ" i="1" dirty="0"/>
              <a:t>online</a:t>
            </a:r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124889"/>
              </p:ext>
            </p:extLst>
          </p:nvPr>
        </p:nvGraphicFramePr>
        <p:xfrm>
          <a:off x="2752059" y="1825623"/>
          <a:ext cx="6687883" cy="3677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astrový obraz" r:id="rId2" imgW="7725853" imgH="4247619" progId="PBrush">
                  <p:embed/>
                </p:oleObj>
              </mc:Choice>
              <mc:Fallback>
                <p:oleObj name="Rastrový obraz" r:id="rId2" imgW="7725853" imgH="4247619" progId="PBrush">
                  <p:embed/>
                  <p:pic>
                    <p:nvPicPr>
                      <p:cNvPr id="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059" y="1825623"/>
                        <a:ext cx="6687883" cy="36771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Záložní napájecí zdroje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4041CB3F-85E7-0E6A-9B0F-25D4FAC972EE}"/>
              </a:ext>
            </a:extLst>
          </p:cNvPr>
          <p:cNvSpPr/>
          <p:nvPr/>
        </p:nvSpPr>
        <p:spPr>
          <a:xfrm>
            <a:off x="0" y="6794500"/>
            <a:ext cx="10992787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68862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Motorgenerátor</a:t>
            </a: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838200" y="1825623"/>
            <a:ext cx="105156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Stroje využívané jako záložní zdroje pro dlouhodobé dodávky energie</a:t>
            </a:r>
          </a:p>
          <a:p>
            <a:r>
              <a:rPr lang="cs-CZ" dirty="0"/>
              <a:t>Spalovací motor vytvoří točivý moment, alternátor v soustrojí motorgenerátoru převádí kinetickou energii na energii elektrickou.</a:t>
            </a:r>
          </a:p>
          <a:p>
            <a:r>
              <a:rPr lang="cs-CZ" dirty="0"/>
              <a:t>Může být vybaven externí nádrží</a:t>
            </a:r>
            <a:br>
              <a:rPr lang="cs-CZ" dirty="0"/>
            </a:br>
            <a:r>
              <a:rPr lang="cs-CZ" dirty="0"/>
              <a:t>s automatickým přečerpáváním paliva,</a:t>
            </a:r>
            <a:br>
              <a:rPr lang="cs-CZ" dirty="0"/>
            </a:br>
            <a:r>
              <a:rPr lang="cs-CZ" dirty="0"/>
              <a:t>čímž se prodlužuje doba chodu zařízení.</a:t>
            </a:r>
          </a:p>
          <a:p>
            <a:r>
              <a:rPr lang="cs-CZ" dirty="0"/>
              <a:t>Může být osazen motorem schopným</a:t>
            </a:r>
            <a:br>
              <a:rPr lang="cs-CZ" dirty="0"/>
            </a:br>
            <a:r>
              <a:rPr lang="cs-CZ" dirty="0"/>
              <a:t>spalovat naftu, benzín, zemní plyn</a:t>
            </a:r>
            <a:br>
              <a:rPr lang="cs-CZ" dirty="0"/>
            </a:br>
            <a:r>
              <a:rPr lang="cs-CZ" dirty="0"/>
              <a:t>popř. i bioplyn.</a:t>
            </a: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Záložní napájecí zdroje</a:t>
            </a:r>
          </a:p>
        </p:txBody>
      </p:sp>
      <p:pic>
        <p:nvPicPr>
          <p:cNvPr id="3086" name="Picture 14" descr="Výsledek obrázku pro motorgenerátor stavb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467" y="3493700"/>
            <a:ext cx="3599739" cy="253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Výsledek obrázku pro motorgenerátor hon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372" y="4853626"/>
            <a:ext cx="1455095" cy="136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iara">
            <a:extLst>
              <a:ext uri="{FF2B5EF4-FFF2-40B4-BE49-F238E27FC236}">
                <a16:creationId xmlns:a16="http://schemas.microsoft.com/office/drawing/2014/main" id="{45B1BB5D-0DAE-0719-1ABC-C7888D902EE2}"/>
              </a:ext>
            </a:extLst>
          </p:cNvPr>
          <p:cNvSpPr/>
          <p:nvPr/>
        </p:nvSpPr>
        <p:spPr>
          <a:xfrm>
            <a:off x="0" y="6794500"/>
            <a:ext cx="11792262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42002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Generátor se setrvačníkem</a:t>
            </a:r>
          </a:p>
        </p:txBody>
      </p:sp>
      <p:graphicFrame>
        <p:nvGraphicFramePr>
          <p:cNvPr id="4" name="Object 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9306107"/>
              </p:ext>
            </p:extLst>
          </p:nvPr>
        </p:nvGraphicFramePr>
        <p:xfrm>
          <a:off x="5102476" y="2676776"/>
          <a:ext cx="7342187" cy="360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astrový obraz" r:id="rId2" imgW="7342857" imgH="3610479" progId="PBrush">
                  <p:embed/>
                </p:oleObj>
              </mc:Choice>
              <mc:Fallback>
                <p:oleObj name="Rastrový obraz" r:id="rId2" imgW="7342857" imgH="3610479" progId="PBrush">
                  <p:embed/>
                  <p:pic>
                    <p:nvPicPr>
                      <p:cNvPr id="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2476" y="2676776"/>
                        <a:ext cx="7342187" cy="3609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Zástupný symbol pro obsah 2"/>
          <p:cNvSpPr txBox="1">
            <a:spLocks/>
          </p:cNvSpPr>
          <p:nvPr/>
        </p:nvSpPr>
        <p:spPr>
          <a:xfrm>
            <a:off x="838200" y="1825623"/>
            <a:ext cx="105156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Od setrvačníku se očekává, že dodá energii po dobu asi 10 až 45 sekund, což je doba potřebná</a:t>
            </a:r>
            <a:br>
              <a:rPr lang="cs-CZ" dirty="0"/>
            </a:br>
            <a:r>
              <a:rPr lang="cs-CZ" dirty="0"/>
              <a:t>pro nastartování dieselového</a:t>
            </a:r>
            <a:br>
              <a:rPr lang="cs-CZ" dirty="0"/>
            </a:br>
            <a:r>
              <a:rPr lang="cs-CZ" dirty="0"/>
              <a:t>motoru.</a:t>
            </a:r>
          </a:p>
          <a:p>
            <a:r>
              <a:rPr lang="cs-CZ" dirty="0"/>
              <a:t>To jsou hodnoty, kterých</a:t>
            </a:r>
            <a:br>
              <a:rPr lang="cs-CZ" dirty="0"/>
            </a:br>
            <a:r>
              <a:rPr lang="cs-CZ" dirty="0"/>
              <a:t>lze dosáhnout.</a:t>
            </a: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Záložní napájecí zdroje</a:t>
            </a:r>
          </a:p>
        </p:txBody>
      </p:sp>
      <p:sp>
        <p:nvSpPr>
          <p:cNvPr id="3" name="ciara">
            <a:extLst>
              <a:ext uri="{FF2B5EF4-FFF2-40B4-BE49-F238E27FC236}">
                <a16:creationId xmlns:a16="http://schemas.microsoft.com/office/drawing/2014/main" id="{E35E8D5E-30EE-70CF-188C-165AAF7E7F99}"/>
              </a:ext>
            </a:extLst>
          </p:cNvPr>
          <p:cNvSpPr/>
          <p:nvPr/>
        </p:nvSpPr>
        <p:spPr>
          <a:xfrm>
            <a:off x="0" y="6794500"/>
            <a:ext cx="11992131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064365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62" y="2262981"/>
            <a:ext cx="7452651" cy="3913982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Generátor se setrvačníkem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Moderní vysoce rychlý setrvačníkový systém, který může dosahovat až 100.000 </a:t>
            </a:r>
            <a:r>
              <a:rPr lang="cs-CZ" dirty="0" err="1"/>
              <a:t>rpm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12191999" cy="365125"/>
          </a:xfrm>
        </p:spPr>
        <p:txBody>
          <a:bodyPr/>
          <a:lstStyle/>
          <a:p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Elektrochemické zdroje - Akumulátory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Napájecí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zdroje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- Stabilizace napětí - Spínané zdroje - Izolační zdroje -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</a:rPr>
              <a:t>Záložní napájecí zdroje</a:t>
            </a:r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115EC654-D04D-444F-61AF-A8FE4F370ED7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2098330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28321</TotalTime>
  <Words>4072</Words>
  <Application>Microsoft Macintosh PowerPoint</Application>
  <PresentationFormat>Širokoúhlá obrazovka</PresentationFormat>
  <Paragraphs>349</Paragraphs>
  <Slides>67</Slides>
  <Notes>6</Notes>
  <HiddenSlides>0</HiddenSlides>
  <MMClips>0</MMClips>
  <ScaleCrop>false</ScaleCrop>
  <HeadingPairs>
    <vt:vector size="8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67</vt:i4>
      </vt:variant>
    </vt:vector>
  </HeadingPairs>
  <TitlesOfParts>
    <vt:vector size="74" baseType="lpstr">
      <vt:lpstr>Arial</vt:lpstr>
      <vt:lpstr>Calibri</vt:lpstr>
      <vt:lpstr>Calibri Light</vt:lpstr>
      <vt:lpstr>Cambria Math</vt:lpstr>
      <vt:lpstr>Symbol</vt:lpstr>
      <vt:lpstr>Motiv Office</vt:lpstr>
      <vt:lpstr>Rastrový obraz</vt:lpstr>
      <vt:lpstr>Elektrochemické zdroje proudu, napájení, UPS</vt:lpstr>
      <vt:lpstr>Elektrochemické zdroje</vt:lpstr>
      <vt:lpstr>Historie zdrojů proudu</vt:lpstr>
      <vt:lpstr>Rozdělení zdrojů</vt:lpstr>
      <vt:lpstr>Vlastnosti elektrochemických zdrojů</vt:lpstr>
      <vt:lpstr>Vybrané pojmy</vt:lpstr>
      <vt:lpstr>Vybrané pojmy</vt:lpstr>
      <vt:lpstr>Vybrané pojmy</vt:lpstr>
      <vt:lpstr>Primární články</vt:lpstr>
      <vt:lpstr>Primární články</vt:lpstr>
      <vt:lpstr>Primární články</vt:lpstr>
      <vt:lpstr>Vnitřní uspořádání zinko-chloridového článku</vt:lpstr>
      <vt:lpstr>Alkalický článek</vt:lpstr>
      <vt:lpstr>Lithiové primární články</vt:lpstr>
      <vt:lpstr>Sekundární články</vt:lpstr>
      <vt:lpstr>Sekundární elektrochemické zdroje - akumulátory</vt:lpstr>
      <vt:lpstr>Olověné akumulátory </vt:lpstr>
      <vt:lpstr>Olověné akumulátory</vt:lpstr>
      <vt:lpstr>Olověné akumulátory</vt:lpstr>
      <vt:lpstr>Olověné akumulátory</vt:lpstr>
      <vt:lpstr>Olověné akumulátory</vt:lpstr>
      <vt:lpstr>Akumulátory - alkalické</vt:lpstr>
      <vt:lpstr>Svorkové napětí na prázdno u různých typů akumulátorů</vt:lpstr>
      <vt:lpstr>NiCd akumulátory</vt:lpstr>
      <vt:lpstr>NiCd akumulátory</vt:lpstr>
      <vt:lpstr>NiCd akumulátory</vt:lpstr>
      <vt:lpstr>NiCd akumulátory</vt:lpstr>
      <vt:lpstr>NiMH akumulátory</vt:lpstr>
      <vt:lpstr>NiMH akumulátory</vt:lpstr>
      <vt:lpstr>Lithium-iontové akumulátory</vt:lpstr>
      <vt:lpstr>LiPol akumulátory</vt:lpstr>
      <vt:lpstr>LiPol akumulátory</vt:lpstr>
      <vt:lpstr>Budoucnost akumulátorů </vt:lpstr>
      <vt:lpstr>Napájecí zdroje</vt:lpstr>
      <vt:lpstr>Napájecí zdroje</vt:lpstr>
      <vt:lpstr>Napájecí zdroje</vt:lpstr>
      <vt:lpstr>Jednoduchý zdroj s nárazovým kondenzátorem</vt:lpstr>
      <vt:lpstr>Jednoduchý zdroj s nárazovým kondenzátorem</vt:lpstr>
      <vt:lpstr>Stabilizátory napětí</vt:lpstr>
      <vt:lpstr>Stabilizátory napětí</vt:lpstr>
      <vt:lpstr>Ukázka stabilizovaného stejnosměrného zdroje s lineárními stabilizátory</vt:lpstr>
      <vt:lpstr>Vlastnosti lineárních stabilizátorů</vt:lpstr>
      <vt:lpstr>Bateriový napájecí zdroj</vt:lpstr>
      <vt:lpstr>Bateriový napájecí zdroj</vt:lpstr>
      <vt:lpstr>Ukázka bateriového napájecího zdroje</vt:lpstr>
      <vt:lpstr>Napěťové reference</vt:lpstr>
      <vt:lpstr>Měniče napětí</vt:lpstr>
      <vt:lpstr>Síťové napájecí zdroje</vt:lpstr>
      <vt:lpstr>Spínané napájecí zdroje</vt:lpstr>
      <vt:lpstr>Síťový zdroj</vt:lpstr>
      <vt:lpstr>Základní části síťového zdroje</vt:lpstr>
      <vt:lpstr>Základní části síťového zdroje</vt:lpstr>
      <vt:lpstr>DC/DC izolační zdroje</vt:lpstr>
      <vt:lpstr>Ukázka DC/DC izolačního zdroje</vt:lpstr>
      <vt:lpstr>Záložní napájecí zdroje</vt:lpstr>
      <vt:lpstr>Záložní zdroje – UPS</vt:lpstr>
      <vt:lpstr>Záložní zdroje – UPS</vt:lpstr>
      <vt:lpstr>Rozdělení UPS podle typu</vt:lpstr>
      <vt:lpstr>Rozdělení UPS podle činnosti – kategorie VFD</vt:lpstr>
      <vt:lpstr>Blokové schéma UPS typu offline</vt:lpstr>
      <vt:lpstr>Rozdělení UPS podle činnosti – kategorie VI</vt:lpstr>
      <vt:lpstr>Blokové schéma UPS typu line interactive</vt:lpstr>
      <vt:lpstr>Rozdělení UPS podle činnosti – kategorie VFI</vt:lpstr>
      <vt:lpstr>Blokové schéma UPS typu online</vt:lpstr>
      <vt:lpstr>Motorgenerátor</vt:lpstr>
      <vt:lpstr>Generátor se setrvačníkem</vt:lpstr>
      <vt:lpstr>Generátor se setrvačníkem</vt:lpstr>
    </vt:vector>
  </TitlesOfParts>
  <Company>ÚBMI FEKT VUT v Brně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ASPE</dc:title>
  <dc:creator>Jiří Sekora</dc:creator>
  <cp:lastModifiedBy>Králík Martin (133972)</cp:lastModifiedBy>
  <cp:revision>135</cp:revision>
  <cp:lastPrinted>2017-02-06T06:52:19Z</cp:lastPrinted>
  <dcterms:created xsi:type="dcterms:W3CDTF">2017-01-29T21:36:28Z</dcterms:created>
  <dcterms:modified xsi:type="dcterms:W3CDTF">2024-10-06T19:29:22Z</dcterms:modified>
</cp:coreProperties>
</file>