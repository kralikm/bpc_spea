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4"/>
  </p:sldMasterIdLst>
  <p:notesMasterIdLst>
    <p:notesMasterId r:id="rId25"/>
  </p:notesMasterIdLst>
  <p:handoutMasterIdLst>
    <p:handoutMasterId r:id="rId26"/>
  </p:handoutMasterIdLst>
  <p:sldIdLst>
    <p:sldId id="259" r:id="rId5"/>
    <p:sldId id="260" r:id="rId6"/>
    <p:sldId id="266" r:id="rId7"/>
    <p:sldId id="268" r:id="rId8"/>
    <p:sldId id="261" r:id="rId9"/>
    <p:sldId id="269" r:id="rId10"/>
    <p:sldId id="262" r:id="rId11"/>
    <p:sldId id="270" r:id="rId12"/>
    <p:sldId id="263" r:id="rId13"/>
    <p:sldId id="264" r:id="rId14"/>
    <p:sldId id="265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74" d="100"/>
          <a:sy n="74" d="100"/>
        </p:scale>
        <p:origin x="340" y="56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62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Králík" userId="b57e4bde-afd4-4b65-ad1f-59324e7702da" providerId="ADAL" clId="{FFED617C-5381-4436-B76E-625B379773EC}"/>
    <pc:docChg chg="undo custSel addSld delSld modSld sldOrd">
      <pc:chgData name="Martin Králík" userId="b57e4bde-afd4-4b65-ad1f-59324e7702da" providerId="ADAL" clId="{FFED617C-5381-4436-B76E-625B379773EC}" dt="2023-09-18T11:44:21.267" v="915" actId="1076"/>
      <pc:docMkLst>
        <pc:docMk/>
      </pc:docMkLst>
      <pc:sldChg chg="delSp">
        <pc:chgData name="Martin Králík" userId="b57e4bde-afd4-4b65-ad1f-59324e7702da" providerId="ADAL" clId="{FFED617C-5381-4436-B76E-625B379773EC}" dt="2023-09-15T07:11:48.277" v="36" actId="478"/>
        <pc:sldMkLst>
          <pc:docMk/>
          <pc:sldMk cId="2979221787" sldId="262"/>
        </pc:sldMkLst>
        <pc:spChg chg="del">
          <ac:chgData name="Martin Králík" userId="b57e4bde-afd4-4b65-ad1f-59324e7702da" providerId="ADAL" clId="{FFED617C-5381-4436-B76E-625B379773EC}" dt="2023-09-15T07:11:48.277" v="36" actId="478"/>
          <ac:spMkLst>
            <pc:docMk/>
            <pc:sldMk cId="2979221787" sldId="262"/>
            <ac:spMk id="6" creationId="{806CC7FA-D6C4-46EC-BF4D-71E4886224E4}"/>
          </ac:spMkLst>
        </pc:spChg>
      </pc:sldChg>
      <pc:sldChg chg="modSp">
        <pc:chgData name="Martin Králík" userId="b57e4bde-afd4-4b65-ad1f-59324e7702da" providerId="ADAL" clId="{FFED617C-5381-4436-B76E-625B379773EC}" dt="2023-09-15T06:19:13.901" v="35" actId="20577"/>
        <pc:sldMkLst>
          <pc:docMk/>
          <pc:sldMk cId="1096805001" sldId="264"/>
        </pc:sldMkLst>
        <pc:spChg chg="mod">
          <ac:chgData name="Martin Králík" userId="b57e4bde-afd4-4b65-ad1f-59324e7702da" providerId="ADAL" clId="{FFED617C-5381-4436-B76E-625B379773EC}" dt="2023-09-15T06:19:13.901" v="35" actId="20577"/>
          <ac:spMkLst>
            <pc:docMk/>
            <pc:sldMk cId="1096805001" sldId="264"/>
            <ac:spMk id="8" creationId="{B067F1AD-A6FC-4820-8D60-FC78AA4C7EED}"/>
          </ac:spMkLst>
        </pc:spChg>
      </pc:sldChg>
      <pc:sldChg chg="addSp delSp modSp">
        <pc:chgData name="Martin Králík" userId="b57e4bde-afd4-4b65-ad1f-59324e7702da" providerId="ADAL" clId="{FFED617C-5381-4436-B76E-625B379773EC}" dt="2023-09-15T08:38:30.442" v="102" actId="1076"/>
        <pc:sldMkLst>
          <pc:docMk/>
          <pc:sldMk cId="1107463171" sldId="265"/>
        </pc:sldMkLst>
        <pc:spChg chg="mod">
          <ac:chgData name="Martin Králík" userId="b57e4bde-afd4-4b65-ad1f-59324e7702da" providerId="ADAL" clId="{FFED617C-5381-4436-B76E-625B379773EC}" dt="2023-09-15T08:03:41.203" v="75" actId="20577"/>
          <ac:spMkLst>
            <pc:docMk/>
            <pc:sldMk cId="1107463171" sldId="265"/>
            <ac:spMk id="2" creationId="{6BC1FCB0-B824-4686-8430-17EACE119C05}"/>
          </ac:spMkLst>
        </pc:spChg>
        <pc:spChg chg="del">
          <ac:chgData name="Martin Králík" userId="b57e4bde-afd4-4b65-ad1f-59324e7702da" providerId="ADAL" clId="{FFED617C-5381-4436-B76E-625B379773EC}" dt="2023-09-15T08:16:11.928" v="79" actId="478"/>
          <ac:spMkLst>
            <pc:docMk/>
            <pc:sldMk cId="1107463171" sldId="265"/>
            <ac:spMk id="3" creationId="{55C5E3C2-7F08-4B4E-97BA-543C93DE8E9A}"/>
          </ac:spMkLst>
        </pc:spChg>
        <pc:picChg chg="add del mod">
          <ac:chgData name="Martin Králík" userId="b57e4bde-afd4-4b65-ad1f-59324e7702da" providerId="ADAL" clId="{FFED617C-5381-4436-B76E-625B379773EC}" dt="2023-09-15T08:16:49.922" v="80" actId="478"/>
          <ac:picMkLst>
            <pc:docMk/>
            <pc:sldMk cId="1107463171" sldId="265"/>
            <ac:picMk id="4" creationId="{9EFD50D8-FA9D-4103-9515-2ADEC9E433B1}"/>
          </ac:picMkLst>
        </pc:picChg>
        <pc:picChg chg="add mod">
          <ac:chgData name="Martin Králík" userId="b57e4bde-afd4-4b65-ad1f-59324e7702da" providerId="ADAL" clId="{FFED617C-5381-4436-B76E-625B379773EC}" dt="2023-09-15T08:16:58.122" v="85" actId="1076"/>
          <ac:picMkLst>
            <pc:docMk/>
            <pc:sldMk cId="1107463171" sldId="265"/>
            <ac:picMk id="5" creationId="{F58B9EFD-918A-4E70-A05E-93B2101B763B}"/>
          </ac:picMkLst>
        </pc:picChg>
        <pc:picChg chg="add mod modCrop">
          <ac:chgData name="Martin Králík" userId="b57e4bde-afd4-4b65-ad1f-59324e7702da" providerId="ADAL" clId="{FFED617C-5381-4436-B76E-625B379773EC}" dt="2023-09-15T08:38:02.379" v="96" actId="1076"/>
          <ac:picMkLst>
            <pc:docMk/>
            <pc:sldMk cId="1107463171" sldId="265"/>
            <ac:picMk id="7" creationId="{FF5413E3-C2E3-4E43-8E70-4A8D67976018}"/>
          </ac:picMkLst>
        </pc:picChg>
        <pc:picChg chg="add mod modCrop">
          <ac:chgData name="Martin Králík" userId="b57e4bde-afd4-4b65-ad1f-59324e7702da" providerId="ADAL" clId="{FFED617C-5381-4436-B76E-625B379773EC}" dt="2023-09-15T08:38:30.442" v="102" actId="1076"/>
          <ac:picMkLst>
            <pc:docMk/>
            <pc:sldMk cId="1107463171" sldId="265"/>
            <ac:picMk id="9" creationId="{467D91E6-9FF7-4950-BCC2-C626B6968660}"/>
          </ac:picMkLst>
        </pc:picChg>
      </pc:sldChg>
      <pc:sldChg chg="modSp">
        <pc:chgData name="Martin Králík" userId="b57e4bde-afd4-4b65-ad1f-59324e7702da" providerId="ADAL" clId="{FFED617C-5381-4436-B76E-625B379773EC}" dt="2023-09-15T07:13:01.331" v="38" actId="1076"/>
        <pc:sldMkLst>
          <pc:docMk/>
          <pc:sldMk cId="2337645063" sldId="270"/>
        </pc:sldMkLst>
        <pc:spChg chg="mod">
          <ac:chgData name="Martin Králík" userId="b57e4bde-afd4-4b65-ad1f-59324e7702da" providerId="ADAL" clId="{FFED617C-5381-4436-B76E-625B379773EC}" dt="2023-09-15T07:13:01.331" v="38" actId="1076"/>
          <ac:spMkLst>
            <pc:docMk/>
            <pc:sldMk cId="2337645063" sldId="270"/>
            <ac:spMk id="19" creationId="{52E6DDA6-5884-465F-B540-FA199584F37E}"/>
          </ac:spMkLst>
        </pc:spChg>
      </pc:sldChg>
      <pc:sldChg chg="addSp delSp modSp add">
        <pc:chgData name="Martin Králík" userId="b57e4bde-afd4-4b65-ad1f-59324e7702da" providerId="ADAL" clId="{FFED617C-5381-4436-B76E-625B379773EC}" dt="2023-09-15T08:41:28.543" v="266" actId="1076"/>
        <pc:sldMkLst>
          <pc:docMk/>
          <pc:sldMk cId="3297815101" sldId="271"/>
        </pc:sldMkLst>
        <pc:spChg chg="del mod">
          <ac:chgData name="Martin Králík" userId="b57e4bde-afd4-4b65-ad1f-59324e7702da" providerId="ADAL" clId="{FFED617C-5381-4436-B76E-625B379773EC}" dt="2023-09-15T08:39:23.215" v="131" actId="478"/>
          <ac:spMkLst>
            <pc:docMk/>
            <pc:sldMk cId="3297815101" sldId="271"/>
            <ac:spMk id="2" creationId="{F90FFC35-0D03-4D23-9839-5498D0F66FE1}"/>
          </ac:spMkLst>
        </pc:spChg>
        <pc:spChg chg="del">
          <ac:chgData name="Martin Králík" userId="b57e4bde-afd4-4b65-ad1f-59324e7702da" providerId="ADAL" clId="{FFED617C-5381-4436-B76E-625B379773EC}" dt="2023-09-15T08:39:35.267" v="137" actId="478"/>
          <ac:spMkLst>
            <pc:docMk/>
            <pc:sldMk cId="3297815101" sldId="271"/>
            <ac:spMk id="3" creationId="{A956F0DB-A79D-41DC-9737-7A679D5451B6}"/>
          </ac:spMkLst>
        </pc:spChg>
        <pc:spChg chg="add del mod">
          <ac:chgData name="Martin Králík" userId="b57e4bde-afd4-4b65-ad1f-59324e7702da" providerId="ADAL" clId="{FFED617C-5381-4436-B76E-625B379773EC}" dt="2023-09-15T08:39:25.068" v="133" actId="478"/>
          <ac:spMkLst>
            <pc:docMk/>
            <pc:sldMk cId="3297815101" sldId="271"/>
            <ac:spMk id="5" creationId="{97CB0896-4CD1-4ABE-A2C4-EB26CBE9A532}"/>
          </ac:spMkLst>
        </pc:spChg>
        <pc:spChg chg="add mod">
          <ac:chgData name="Martin Králík" userId="b57e4bde-afd4-4b65-ad1f-59324e7702da" providerId="ADAL" clId="{FFED617C-5381-4436-B76E-625B379773EC}" dt="2023-09-15T08:39:28.151" v="134" actId="1076"/>
          <ac:spMkLst>
            <pc:docMk/>
            <pc:sldMk cId="3297815101" sldId="271"/>
            <ac:spMk id="6" creationId="{1E5E2A73-B507-404C-974F-B4EBB8C577B8}"/>
          </ac:spMkLst>
        </pc:spChg>
        <pc:spChg chg="add mod">
          <ac:chgData name="Martin Králík" userId="b57e4bde-afd4-4b65-ad1f-59324e7702da" providerId="ADAL" clId="{FFED617C-5381-4436-B76E-625B379773EC}" dt="2023-09-15T08:41:17.507" v="265" actId="20577"/>
          <ac:spMkLst>
            <pc:docMk/>
            <pc:sldMk cId="3297815101" sldId="271"/>
            <ac:spMk id="12" creationId="{C97BB609-287C-4371-9AC8-9AA695964613}"/>
          </ac:spMkLst>
        </pc:spChg>
        <pc:spChg chg="add mod">
          <ac:chgData name="Martin Králík" userId="b57e4bde-afd4-4b65-ad1f-59324e7702da" providerId="ADAL" clId="{FFED617C-5381-4436-B76E-625B379773EC}" dt="2023-09-15T08:41:28.543" v="266" actId="1076"/>
          <ac:spMkLst>
            <pc:docMk/>
            <pc:sldMk cId="3297815101" sldId="271"/>
            <ac:spMk id="13" creationId="{19FC3402-AA26-4BA4-AE4C-9CD4B2240E82}"/>
          </ac:spMkLst>
        </pc:spChg>
        <pc:picChg chg="add mod">
          <ac:chgData name="Martin Králík" userId="b57e4bde-afd4-4b65-ad1f-59324e7702da" providerId="ADAL" clId="{FFED617C-5381-4436-B76E-625B379773EC}" dt="2023-09-15T08:39:33.775" v="136" actId="1076"/>
          <ac:picMkLst>
            <pc:docMk/>
            <pc:sldMk cId="3297815101" sldId="271"/>
            <ac:picMk id="7" creationId="{42473CA7-8C86-4B3C-AD74-66FD519FA156}"/>
          </ac:picMkLst>
        </pc:picChg>
        <pc:picChg chg="add mod modCrop">
          <ac:chgData name="Martin Králík" userId="b57e4bde-afd4-4b65-ad1f-59324e7702da" providerId="ADAL" clId="{FFED617C-5381-4436-B76E-625B379773EC}" dt="2023-09-15T08:40:12.346" v="148" actId="1076"/>
          <ac:picMkLst>
            <pc:docMk/>
            <pc:sldMk cId="3297815101" sldId="271"/>
            <ac:picMk id="9" creationId="{83FD9047-30E8-455F-A480-DDBB963D3EB2}"/>
          </ac:picMkLst>
        </pc:picChg>
        <pc:picChg chg="add mod modCrop">
          <ac:chgData name="Martin Králík" userId="b57e4bde-afd4-4b65-ad1f-59324e7702da" providerId="ADAL" clId="{FFED617C-5381-4436-B76E-625B379773EC}" dt="2023-09-15T08:40:14.126" v="149" actId="1076"/>
          <ac:picMkLst>
            <pc:docMk/>
            <pc:sldMk cId="3297815101" sldId="271"/>
            <ac:picMk id="11" creationId="{4E619547-B5CA-4FD9-9502-6923D5C060A6}"/>
          </ac:picMkLst>
        </pc:picChg>
      </pc:sldChg>
      <pc:sldChg chg="addSp delSp modSp add">
        <pc:chgData name="Martin Králík" userId="b57e4bde-afd4-4b65-ad1f-59324e7702da" providerId="ADAL" clId="{FFED617C-5381-4436-B76E-625B379773EC}" dt="2023-09-15T08:45:36.655" v="522" actId="20577"/>
        <pc:sldMkLst>
          <pc:docMk/>
          <pc:sldMk cId="523175663" sldId="272"/>
        </pc:sldMkLst>
        <pc:spChg chg="mod">
          <ac:chgData name="Martin Králík" userId="b57e4bde-afd4-4b65-ad1f-59324e7702da" providerId="ADAL" clId="{FFED617C-5381-4436-B76E-625B379773EC}" dt="2023-09-15T08:42:24.832" v="293" actId="20577"/>
          <ac:spMkLst>
            <pc:docMk/>
            <pc:sldMk cId="523175663" sldId="272"/>
            <ac:spMk id="2" creationId="{BDE144F1-4AB5-4027-A171-D9B53766A80E}"/>
          </ac:spMkLst>
        </pc:spChg>
        <pc:spChg chg="del">
          <ac:chgData name="Martin Králík" userId="b57e4bde-afd4-4b65-ad1f-59324e7702da" providerId="ADAL" clId="{FFED617C-5381-4436-B76E-625B379773EC}" dt="2023-09-15T08:41:38.511" v="268"/>
          <ac:spMkLst>
            <pc:docMk/>
            <pc:sldMk cId="523175663" sldId="272"/>
            <ac:spMk id="3" creationId="{1DB99DEE-BFA3-4854-9E8E-5DE0A207A319}"/>
          </ac:spMkLst>
        </pc:spChg>
        <pc:spChg chg="add mod">
          <ac:chgData name="Martin Králík" userId="b57e4bde-afd4-4b65-ad1f-59324e7702da" providerId="ADAL" clId="{FFED617C-5381-4436-B76E-625B379773EC}" dt="2023-09-15T08:44:22.550" v="383" actId="1076"/>
          <ac:spMkLst>
            <pc:docMk/>
            <pc:sldMk cId="523175663" sldId="272"/>
            <ac:spMk id="8" creationId="{842192D3-7706-4D72-A486-8B0A09C63403}"/>
          </ac:spMkLst>
        </pc:spChg>
        <pc:spChg chg="add mod">
          <ac:chgData name="Martin Králík" userId="b57e4bde-afd4-4b65-ad1f-59324e7702da" providerId="ADAL" clId="{FFED617C-5381-4436-B76E-625B379773EC}" dt="2023-09-15T08:45:36.655" v="522" actId="20577"/>
          <ac:spMkLst>
            <pc:docMk/>
            <pc:sldMk cId="523175663" sldId="272"/>
            <ac:spMk id="9" creationId="{8C17F64E-7A1E-43CC-AE58-9BEE20DE208D}"/>
          </ac:spMkLst>
        </pc:spChg>
        <pc:picChg chg="add mod modCrop">
          <ac:chgData name="Martin Králík" userId="b57e4bde-afd4-4b65-ad1f-59324e7702da" providerId="ADAL" clId="{FFED617C-5381-4436-B76E-625B379773EC}" dt="2023-09-15T08:43:15.299" v="302" actId="1076"/>
          <ac:picMkLst>
            <pc:docMk/>
            <pc:sldMk cId="523175663" sldId="272"/>
            <ac:picMk id="5" creationId="{12523E8D-2621-42A7-A3E6-18F20F22C3D2}"/>
          </ac:picMkLst>
        </pc:picChg>
        <pc:picChg chg="add mod modCrop">
          <ac:chgData name="Martin Králík" userId="b57e4bde-afd4-4b65-ad1f-59324e7702da" providerId="ADAL" clId="{FFED617C-5381-4436-B76E-625B379773EC}" dt="2023-09-15T08:43:19.479" v="303" actId="1076"/>
          <ac:picMkLst>
            <pc:docMk/>
            <pc:sldMk cId="523175663" sldId="272"/>
            <ac:picMk id="7" creationId="{2EFE719A-07D6-4102-B634-2B197C3BEC16}"/>
          </ac:picMkLst>
        </pc:picChg>
      </pc:sldChg>
      <pc:sldChg chg="addSp delSp modSp add">
        <pc:chgData name="Martin Králík" userId="b57e4bde-afd4-4b65-ad1f-59324e7702da" providerId="ADAL" clId="{FFED617C-5381-4436-B76E-625B379773EC}" dt="2023-09-15T10:18:22.875" v="571" actId="1076"/>
        <pc:sldMkLst>
          <pc:docMk/>
          <pc:sldMk cId="505585842" sldId="273"/>
        </pc:sldMkLst>
        <pc:spChg chg="mod">
          <ac:chgData name="Martin Králík" userId="b57e4bde-afd4-4b65-ad1f-59324e7702da" providerId="ADAL" clId="{FFED617C-5381-4436-B76E-625B379773EC}" dt="2023-09-15T08:49:12.021" v="557" actId="20577"/>
          <ac:spMkLst>
            <pc:docMk/>
            <pc:sldMk cId="505585842" sldId="273"/>
            <ac:spMk id="2" creationId="{DC699D57-DC57-42EB-96E9-5A88D0115431}"/>
          </ac:spMkLst>
        </pc:spChg>
        <pc:spChg chg="del">
          <ac:chgData name="Martin Králík" userId="b57e4bde-afd4-4b65-ad1f-59324e7702da" providerId="ADAL" clId="{FFED617C-5381-4436-B76E-625B379773EC}" dt="2023-09-15T08:49:19.724" v="562" actId="478"/>
          <ac:spMkLst>
            <pc:docMk/>
            <pc:sldMk cId="505585842" sldId="273"/>
            <ac:spMk id="3" creationId="{383250F2-3E9E-402F-9BEF-6FAC5721C1B0}"/>
          </ac:spMkLst>
        </pc:spChg>
        <pc:picChg chg="add mod">
          <ac:chgData name="Martin Králík" userId="b57e4bde-afd4-4b65-ad1f-59324e7702da" providerId="ADAL" clId="{FFED617C-5381-4436-B76E-625B379773EC}" dt="2023-09-15T08:49:18.407" v="561" actId="1076"/>
          <ac:picMkLst>
            <pc:docMk/>
            <pc:sldMk cId="505585842" sldId="273"/>
            <ac:picMk id="4" creationId="{0BD38A14-DDDE-4115-ADFE-316AD0796618}"/>
          </ac:picMkLst>
        </pc:picChg>
        <pc:picChg chg="add del mod">
          <ac:chgData name="Martin Králík" userId="b57e4bde-afd4-4b65-ad1f-59324e7702da" providerId="ADAL" clId="{FFED617C-5381-4436-B76E-625B379773EC}" dt="2023-09-15T10:17:47.338" v="568" actId="478"/>
          <ac:picMkLst>
            <pc:docMk/>
            <pc:sldMk cId="505585842" sldId="273"/>
            <ac:picMk id="5" creationId="{C6F207A1-D417-44BE-B487-06BD4ED0A559}"/>
          </ac:picMkLst>
        </pc:picChg>
        <pc:picChg chg="add mod">
          <ac:chgData name="Martin Králík" userId="b57e4bde-afd4-4b65-ad1f-59324e7702da" providerId="ADAL" clId="{FFED617C-5381-4436-B76E-625B379773EC}" dt="2023-09-15T10:18:22.875" v="571" actId="1076"/>
          <ac:picMkLst>
            <pc:docMk/>
            <pc:sldMk cId="505585842" sldId="273"/>
            <ac:picMk id="6" creationId="{EBC77612-0C9B-47CC-A8EE-953C5D6335F4}"/>
          </ac:picMkLst>
        </pc:picChg>
      </pc:sldChg>
      <pc:sldChg chg="modSp add">
        <pc:chgData name="Martin Králík" userId="b57e4bde-afd4-4b65-ad1f-59324e7702da" providerId="ADAL" clId="{FFED617C-5381-4436-B76E-625B379773EC}" dt="2023-09-15T10:18:56.494" v="573" actId="14826"/>
        <pc:sldMkLst>
          <pc:docMk/>
          <pc:sldMk cId="2195519434" sldId="274"/>
        </pc:sldMkLst>
        <pc:picChg chg="mod">
          <ac:chgData name="Martin Králík" userId="b57e4bde-afd4-4b65-ad1f-59324e7702da" providerId="ADAL" clId="{FFED617C-5381-4436-B76E-625B379773EC}" dt="2023-09-15T10:18:56.494" v="573" actId="14826"/>
          <ac:picMkLst>
            <pc:docMk/>
            <pc:sldMk cId="2195519434" sldId="274"/>
            <ac:picMk id="6" creationId="{EBC77612-0C9B-47CC-A8EE-953C5D6335F4}"/>
          </ac:picMkLst>
        </pc:picChg>
      </pc:sldChg>
      <pc:sldChg chg="addSp modSp add">
        <pc:chgData name="Martin Králík" userId="b57e4bde-afd4-4b65-ad1f-59324e7702da" providerId="ADAL" clId="{FFED617C-5381-4436-B76E-625B379773EC}" dt="2023-09-15T10:26:53.058" v="687" actId="1076"/>
        <pc:sldMkLst>
          <pc:docMk/>
          <pc:sldMk cId="3930769664" sldId="275"/>
        </pc:sldMkLst>
        <pc:spChg chg="mod">
          <ac:chgData name="Martin Králík" userId="b57e4bde-afd4-4b65-ad1f-59324e7702da" providerId="ADAL" clId="{FFED617C-5381-4436-B76E-625B379773EC}" dt="2023-09-15T10:21:30.636" v="582" actId="20577"/>
          <ac:spMkLst>
            <pc:docMk/>
            <pc:sldMk cId="3930769664" sldId="275"/>
            <ac:spMk id="2" creationId="{78501926-C617-46F3-9BF8-3F973B2218BD}"/>
          </ac:spMkLst>
        </pc:spChg>
        <pc:spChg chg="mod">
          <ac:chgData name="Martin Králík" userId="b57e4bde-afd4-4b65-ad1f-59324e7702da" providerId="ADAL" clId="{FFED617C-5381-4436-B76E-625B379773EC}" dt="2023-09-15T10:26:51.043" v="686" actId="1076"/>
          <ac:spMkLst>
            <pc:docMk/>
            <pc:sldMk cId="3930769664" sldId="275"/>
            <ac:spMk id="3" creationId="{B52EBFEB-125A-4DAB-AF70-DF9317F0B9EF}"/>
          </ac:spMkLst>
        </pc:spChg>
        <pc:picChg chg="add mod">
          <ac:chgData name="Martin Králík" userId="b57e4bde-afd4-4b65-ad1f-59324e7702da" providerId="ADAL" clId="{FFED617C-5381-4436-B76E-625B379773EC}" dt="2023-09-15T10:26:53.058" v="687" actId="1076"/>
          <ac:picMkLst>
            <pc:docMk/>
            <pc:sldMk cId="3930769664" sldId="275"/>
            <ac:picMk id="4" creationId="{6946DC44-09DC-483A-9D59-A23C66A232CE}"/>
          </ac:picMkLst>
        </pc:picChg>
      </pc:sldChg>
      <pc:sldChg chg="addSp delSp modSp add">
        <pc:chgData name="Martin Králík" userId="b57e4bde-afd4-4b65-ad1f-59324e7702da" providerId="ADAL" clId="{FFED617C-5381-4436-B76E-625B379773EC}" dt="2023-09-15T10:33:42.383" v="715" actId="1076"/>
        <pc:sldMkLst>
          <pc:docMk/>
          <pc:sldMk cId="3286641361" sldId="276"/>
        </pc:sldMkLst>
        <pc:spChg chg="mod">
          <ac:chgData name="Martin Králík" userId="b57e4bde-afd4-4b65-ad1f-59324e7702da" providerId="ADAL" clId="{FFED617C-5381-4436-B76E-625B379773EC}" dt="2023-09-15T10:33:28.519" v="710" actId="20577"/>
          <ac:spMkLst>
            <pc:docMk/>
            <pc:sldMk cId="3286641361" sldId="276"/>
            <ac:spMk id="2" creationId="{4EEFE3BC-445B-4793-AF90-AF3562BF5794}"/>
          </ac:spMkLst>
        </pc:spChg>
        <pc:spChg chg="del">
          <ac:chgData name="Martin Králík" userId="b57e4bde-afd4-4b65-ad1f-59324e7702da" providerId="ADAL" clId="{FFED617C-5381-4436-B76E-625B379773EC}" dt="2023-09-15T10:33:39.227" v="714" actId="478"/>
          <ac:spMkLst>
            <pc:docMk/>
            <pc:sldMk cId="3286641361" sldId="276"/>
            <ac:spMk id="3" creationId="{5C9AA2FD-19E0-4D70-8194-ADF9FA7B19F5}"/>
          </ac:spMkLst>
        </pc:spChg>
        <pc:picChg chg="add mod">
          <ac:chgData name="Martin Králík" userId="b57e4bde-afd4-4b65-ad1f-59324e7702da" providerId="ADAL" clId="{FFED617C-5381-4436-B76E-625B379773EC}" dt="2023-09-15T10:33:42.383" v="715" actId="1076"/>
          <ac:picMkLst>
            <pc:docMk/>
            <pc:sldMk cId="3286641361" sldId="276"/>
            <ac:picMk id="4" creationId="{696F0E8A-107A-46E7-A6BB-5730BE6A48FD}"/>
          </ac:picMkLst>
        </pc:picChg>
      </pc:sldChg>
      <pc:sldChg chg="addSp delSp modSp add ord">
        <pc:chgData name="Martin Králík" userId="b57e4bde-afd4-4b65-ad1f-59324e7702da" providerId="ADAL" clId="{FFED617C-5381-4436-B76E-625B379773EC}" dt="2023-09-15T10:46:17.233" v="897"/>
        <pc:sldMkLst>
          <pc:docMk/>
          <pc:sldMk cId="1530090585" sldId="277"/>
        </pc:sldMkLst>
        <pc:spChg chg="mod">
          <ac:chgData name="Martin Králík" userId="b57e4bde-afd4-4b65-ad1f-59324e7702da" providerId="ADAL" clId="{FFED617C-5381-4436-B76E-625B379773EC}" dt="2023-09-15T10:33:49.272" v="722" actId="20577"/>
          <ac:spMkLst>
            <pc:docMk/>
            <pc:sldMk cId="1530090585" sldId="277"/>
            <ac:spMk id="2" creationId="{6B7FF29A-66DE-4197-8F74-122D3491A03C}"/>
          </ac:spMkLst>
        </pc:spChg>
        <pc:spChg chg="del">
          <ac:chgData name="Martin Králík" userId="b57e4bde-afd4-4b65-ad1f-59324e7702da" providerId="ADAL" clId="{FFED617C-5381-4436-B76E-625B379773EC}" dt="2023-09-15T10:45:54.558" v="830" actId="478"/>
          <ac:spMkLst>
            <pc:docMk/>
            <pc:sldMk cId="1530090585" sldId="277"/>
            <ac:spMk id="3" creationId="{1AB475AF-C571-4FBE-9725-13A281F66FDA}"/>
          </ac:spMkLst>
        </pc:spChg>
        <pc:spChg chg="add mod">
          <ac:chgData name="Martin Králík" userId="b57e4bde-afd4-4b65-ad1f-59324e7702da" providerId="ADAL" clId="{FFED617C-5381-4436-B76E-625B379773EC}" dt="2023-09-15T10:46:14.936" v="896" actId="27636"/>
          <ac:spMkLst>
            <pc:docMk/>
            <pc:sldMk cId="1530090585" sldId="277"/>
            <ac:spMk id="6" creationId="{65D997EA-694E-4D4B-B0FC-DB89D2902223}"/>
          </ac:spMkLst>
        </pc:spChg>
        <pc:picChg chg="add del mod">
          <ac:chgData name="Martin Králík" userId="b57e4bde-afd4-4b65-ad1f-59324e7702da" providerId="ADAL" clId="{FFED617C-5381-4436-B76E-625B379773EC}" dt="2023-09-15T10:45:47.143" v="828" actId="478"/>
          <ac:picMkLst>
            <pc:docMk/>
            <pc:sldMk cId="1530090585" sldId="277"/>
            <ac:picMk id="4" creationId="{5056E0A0-F827-4455-BA53-702F510D5901}"/>
          </ac:picMkLst>
        </pc:picChg>
        <pc:picChg chg="add mod">
          <ac:chgData name="Martin Králík" userId="b57e4bde-afd4-4b65-ad1f-59324e7702da" providerId="ADAL" clId="{FFED617C-5381-4436-B76E-625B379773EC}" dt="2023-09-15T10:46:12.711" v="894" actId="1076"/>
          <ac:picMkLst>
            <pc:docMk/>
            <pc:sldMk cId="1530090585" sldId="277"/>
            <ac:picMk id="5" creationId="{581B9539-C064-44F8-A9A6-EE25144E6499}"/>
          </ac:picMkLst>
        </pc:picChg>
      </pc:sldChg>
      <pc:sldChg chg="addSp delSp modSp add ord">
        <pc:chgData name="Martin Králík" userId="b57e4bde-afd4-4b65-ad1f-59324e7702da" providerId="ADAL" clId="{FFED617C-5381-4436-B76E-625B379773EC}" dt="2023-09-15T10:46:23.167" v="906" actId="20577"/>
        <pc:sldMkLst>
          <pc:docMk/>
          <pc:sldMk cId="3765491730" sldId="278"/>
        </pc:sldMkLst>
        <pc:spChg chg="mod">
          <ac:chgData name="Martin Králík" userId="b57e4bde-afd4-4b65-ad1f-59324e7702da" providerId="ADAL" clId="{FFED617C-5381-4436-B76E-625B379773EC}" dt="2023-09-15T10:46:23.167" v="906" actId="20577"/>
          <ac:spMkLst>
            <pc:docMk/>
            <pc:sldMk cId="3765491730" sldId="278"/>
            <ac:spMk id="2" creationId="{6B7FF29A-66DE-4197-8F74-122D3491A03C}"/>
          </ac:spMkLst>
        </pc:spChg>
        <pc:spChg chg="add del">
          <ac:chgData name="Martin Králík" userId="b57e4bde-afd4-4b65-ad1f-59324e7702da" providerId="ADAL" clId="{FFED617C-5381-4436-B76E-625B379773EC}" dt="2023-09-15T10:45:36.510" v="819" actId="478"/>
          <ac:spMkLst>
            <pc:docMk/>
            <pc:sldMk cId="3765491730" sldId="278"/>
            <ac:spMk id="3" creationId="{1AB475AF-C571-4FBE-9725-13A281F66FDA}"/>
          </ac:spMkLst>
        </pc:spChg>
        <pc:spChg chg="add del mod">
          <ac:chgData name="Martin Králík" userId="b57e4bde-afd4-4b65-ad1f-59324e7702da" providerId="ADAL" clId="{FFED617C-5381-4436-B76E-625B379773EC}" dt="2023-09-15T10:45:38.619" v="824"/>
          <ac:spMkLst>
            <pc:docMk/>
            <pc:sldMk cId="3765491730" sldId="278"/>
            <ac:spMk id="5" creationId="{C81E2CE4-1F72-4892-BDB9-DB2C6BD78D2B}"/>
          </ac:spMkLst>
        </pc:spChg>
        <pc:picChg chg="del">
          <ac:chgData name="Martin Králík" userId="b57e4bde-afd4-4b65-ad1f-59324e7702da" providerId="ADAL" clId="{FFED617C-5381-4436-B76E-625B379773EC}" dt="2023-09-15T10:44:17.342" v="728" actId="478"/>
          <ac:picMkLst>
            <pc:docMk/>
            <pc:sldMk cId="3765491730" sldId="278"/>
            <ac:picMk id="4" creationId="{5056E0A0-F827-4455-BA53-702F510D5901}"/>
          </ac:picMkLst>
        </pc:picChg>
        <pc:picChg chg="add del mod">
          <ac:chgData name="Martin Králík" userId="b57e4bde-afd4-4b65-ad1f-59324e7702da" providerId="ADAL" clId="{FFED617C-5381-4436-B76E-625B379773EC}" dt="2023-09-15T10:45:35.696" v="817"/>
          <ac:picMkLst>
            <pc:docMk/>
            <pc:sldMk cId="3765491730" sldId="278"/>
            <ac:picMk id="6" creationId="{48C888AB-E934-4241-BE8B-2537716CAFF0}"/>
          </ac:picMkLst>
        </pc:picChg>
        <pc:picChg chg="add">
          <ac:chgData name="Martin Králík" userId="b57e4bde-afd4-4b65-ad1f-59324e7702da" providerId="ADAL" clId="{FFED617C-5381-4436-B76E-625B379773EC}" dt="2023-09-15T10:45:42.459" v="827"/>
          <ac:picMkLst>
            <pc:docMk/>
            <pc:sldMk cId="3765491730" sldId="278"/>
            <ac:picMk id="7" creationId="{912C45C1-81BC-454B-90F3-CFB39609C597}"/>
          </ac:picMkLst>
        </pc:picChg>
      </pc:sldChg>
      <pc:sldChg chg="addSp modSp add">
        <pc:chgData name="Martin Králík" userId="b57e4bde-afd4-4b65-ad1f-59324e7702da" providerId="ADAL" clId="{FFED617C-5381-4436-B76E-625B379773EC}" dt="2023-09-18T11:44:21.267" v="915" actId="1076"/>
        <pc:sldMkLst>
          <pc:docMk/>
          <pc:sldMk cId="585389099" sldId="279"/>
        </pc:sldMkLst>
        <pc:picChg chg="add mod">
          <ac:chgData name="Martin Králík" userId="b57e4bde-afd4-4b65-ad1f-59324e7702da" providerId="ADAL" clId="{FFED617C-5381-4436-B76E-625B379773EC}" dt="2023-09-18T11:44:21.267" v="915" actId="1076"/>
          <ac:picMkLst>
            <pc:docMk/>
            <pc:sldMk cId="585389099" sldId="279"/>
            <ac:picMk id="4" creationId="{DEFF3E94-45C3-4DBE-9F6F-B6FDE779729B}"/>
          </ac:picMkLst>
        </pc:picChg>
      </pc:sldChg>
      <pc:sldChg chg="add del">
        <pc:chgData name="Martin Králík" userId="b57e4bde-afd4-4b65-ad1f-59324e7702da" providerId="ADAL" clId="{FFED617C-5381-4436-B76E-625B379773EC}" dt="2023-09-15T10:44:20.215" v="730"/>
        <pc:sldMkLst>
          <pc:docMk/>
          <pc:sldMk cId="735130085" sldId="27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1ABCDF1-98AA-43C4-8331-B67850F53AD7}" type="datetime1">
              <a:rPr lang="cs-CZ" smtClean="0"/>
              <a:t>10.09.2026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C119DBA-4540-49B3-8FA9-6259387ECF9E}" type="slidenum">
              <a:rPr lang="cs-CZ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46AFD2-72E9-43E3-ACAE-307A47ED4630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-CZ" noProof="0"/>
              <a:t>Kliknutím můžete upravit styly předlohy textu.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3B36274-F2B9-4C45-BBB4-0EDF4CD651A7}" type="slidenum">
              <a:rPr lang="cs-CZ" noProof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3B36274-F2B9-4C45-BBB4-0EDF4CD651A7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94412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418" y="3085765"/>
            <a:ext cx="11259933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040" y="1020431"/>
            <a:ext cx="10990686" cy="1475013"/>
          </a:xfrm>
          <a:effectLst/>
        </p:spPr>
        <p:txBody>
          <a:bodyPr anchor="b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043" y="2495446"/>
            <a:ext cx="10990683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3970" y="5956138"/>
            <a:ext cx="284405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521D22C-8350-4B33-B7F0-FDFF5BF0968A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040" y="5951812"/>
            <a:ext cx="691540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5551" y="5956138"/>
            <a:ext cx="101617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5137D0E-4A4F-4307-8994-C1891D747D59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400269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171" y="614407"/>
            <a:ext cx="11306393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013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41" y="2180497"/>
            <a:ext cx="11026743" cy="3678303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98E7848-3BC2-4E63-84CE-1D267B04F928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5550" y="5956138"/>
            <a:ext cx="1052234" cy="365125"/>
          </a:xfrm>
        </p:spPr>
        <p:txBody>
          <a:bodyPr/>
          <a:lstStyle/>
          <a:p>
            <a:pPr rtl="0"/>
            <a:fld id="{E5137D0E-4A4F-4307-8994-C1891D747D59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636302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700" y="5141975"/>
            <a:ext cx="1128792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2" y="3043911"/>
            <a:ext cx="11026743" cy="1497507"/>
          </a:xfrm>
        </p:spPr>
        <p:txBody>
          <a:bodyPr anchor="b">
            <a:normAutofit/>
          </a:bodyPr>
          <a:lstStyle>
            <a:lvl1pPr algn="l">
              <a:defRPr sz="3599" b="0" cap="all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041" y="4541417"/>
            <a:ext cx="11026743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799" cap="all">
                <a:solidFill>
                  <a:schemeClr val="accent2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E260B5-5201-4654-A5E0-5800FD8E7A97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5137D0E-4A4F-4307-8994-C1891D747D59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21851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866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98833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042" y="2228004"/>
            <a:ext cx="5420978" cy="3633047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6805" y="2228004"/>
            <a:ext cx="5420980" cy="3633047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98E7848-3BC2-4E63-84CE-1D267B04F928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137D0E-4A4F-4307-8994-C1891D747D59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4720632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866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98833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6989" y="2250893"/>
            <a:ext cx="5085750" cy="536005"/>
          </a:xfrm>
        </p:spPr>
        <p:txBody>
          <a:bodyPr anchor="b">
            <a:noAutofit/>
          </a:bodyPr>
          <a:lstStyle>
            <a:lvl1pPr marL="0" indent="0">
              <a:buNone/>
              <a:defRPr sz="2199" b="0">
                <a:solidFill>
                  <a:schemeClr val="accent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042" y="2926053"/>
            <a:ext cx="5391696" cy="2934999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2037" y="2250893"/>
            <a:ext cx="5085748" cy="553373"/>
          </a:xfrm>
        </p:spPr>
        <p:txBody>
          <a:bodyPr anchor="b">
            <a:noAutofit/>
          </a:bodyPr>
          <a:lstStyle>
            <a:lvl1pPr marL="0" indent="0">
              <a:buNone/>
              <a:defRPr sz="2199" b="0">
                <a:solidFill>
                  <a:schemeClr val="accent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090" y="2926053"/>
            <a:ext cx="5391696" cy="2934999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98E7848-3BC2-4E63-84CE-1D267B04F928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137D0E-4A4F-4307-8994-C1891D747D59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1496941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B612B5E-8D1C-4EA9-995F-E2B7E25D1294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137D0E-4A4F-4307-8994-C1891D747D59}" type="slidenum">
              <a:rPr lang="cs-CZ" noProof="0" smtClean="0"/>
              <a:t>‹#›</a:t>
            </a:fld>
            <a:endParaRPr lang="cs-CZ" noProof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568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744" y="729658"/>
            <a:ext cx="11026744" cy="98833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7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98E7848-3BC2-4E63-84CE-1D267B04F928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137D0E-4A4F-4307-8994-C1891D747D59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5262583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700" y="5141973"/>
            <a:ext cx="11295258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5262296"/>
            <a:ext cx="4908166" cy="689514"/>
          </a:xfrm>
        </p:spPr>
        <p:txBody>
          <a:bodyPr anchor="ctr"/>
          <a:lstStyle>
            <a:lvl1pPr algn="l">
              <a:defRPr sz="1999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99" y="601200"/>
            <a:ext cx="11289899" cy="4204800"/>
          </a:xfrm>
        </p:spPr>
        <p:txBody>
          <a:bodyPr anchor="ctr">
            <a:normAutofit/>
          </a:bodyPr>
          <a:lstStyle>
            <a:lvl1pPr>
              <a:defRPr sz="1999">
                <a:solidFill>
                  <a:schemeClr val="tx2"/>
                </a:solidFill>
              </a:defRPr>
            </a:lvl1pPr>
            <a:lvl2pPr>
              <a:defRPr sz="1799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39329" y="5262297"/>
            <a:ext cx="586845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063" indent="0">
              <a:buNone/>
              <a:defRPr sz="11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98E7848-3BC2-4E63-84CE-1D267B04F928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5137D0E-4A4F-4307-8994-C1891D747D59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9636440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4693389"/>
            <a:ext cx="11026744" cy="566738"/>
          </a:xfrm>
        </p:spPr>
        <p:txBody>
          <a:bodyPr anchor="b">
            <a:normAutofit/>
          </a:bodyPr>
          <a:lstStyle>
            <a:lvl1pPr algn="l">
              <a:defRPr sz="2399" b="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701" y="599725"/>
            <a:ext cx="1128791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041" y="5260128"/>
            <a:ext cx="11026745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5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171" y="614407"/>
            <a:ext cx="11306393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013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98E7848-3BC2-4E63-84CE-1D267B04F928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137D0E-4A4F-4307-8994-C1891D747D59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655450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6900" y="599725"/>
            <a:ext cx="2906060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9" y="675727"/>
            <a:ext cx="2003642" cy="5183073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722" y="675727"/>
            <a:ext cx="7894223" cy="5183073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1331" y="5956138"/>
            <a:ext cx="13277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98E7848-3BC2-4E63-84CE-1D267B04F928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722" y="5951812"/>
            <a:ext cx="7894223" cy="365125"/>
          </a:xfrm>
        </p:spPr>
        <p:txBody>
          <a:bodyPr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3895" y="5956138"/>
            <a:ext cx="116389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5137D0E-4A4F-4307-8994-C1891D747D59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873797346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041" y="705124"/>
            <a:ext cx="11026744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041" y="2336003"/>
            <a:ext cx="11026744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3971" y="5956138"/>
            <a:ext cx="28440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898E7848-3BC2-4E63-84CE-1D267B04F928}" type="datetime1">
              <a:rPr lang="cs-CZ" noProof="0" smtClean="0"/>
              <a:t>10.09.2026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040" y="5951812"/>
            <a:ext cx="69154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5550" y="5956138"/>
            <a:ext cx="1052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E5137D0E-4A4F-4307-8994-C1891D747D59}" type="slidenum">
              <a:rPr lang="cs-CZ" noProof="0" smtClean="0"/>
              <a:pPr rtl="0"/>
              <a:t>‹#›</a:t>
            </a:fld>
            <a:endParaRPr lang="cs-CZ" noProof="0"/>
          </a:p>
        </p:txBody>
      </p:sp>
      <p:sp>
        <p:nvSpPr>
          <p:cNvPr id="9" name="Rectangle 8"/>
          <p:cNvSpPr/>
          <p:nvPr/>
        </p:nvSpPr>
        <p:spPr>
          <a:xfrm>
            <a:off x="446418" y="457200"/>
            <a:ext cx="3702356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" name="Rectangle 9"/>
          <p:cNvSpPr/>
          <p:nvPr/>
        </p:nvSpPr>
        <p:spPr>
          <a:xfrm>
            <a:off x="8040052" y="453643"/>
            <a:ext cx="3702356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1" name="Rectangle 10"/>
          <p:cNvSpPr/>
          <p:nvPr/>
        </p:nvSpPr>
        <p:spPr>
          <a:xfrm>
            <a:off x="4240725" y="457200"/>
            <a:ext cx="3702356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346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063" rtl="0" eaLnBrk="1" latinLnBrk="0" hangingPunct="1">
        <a:spcBef>
          <a:spcPct val="0"/>
        </a:spcBef>
        <a:buNone/>
        <a:defRPr sz="2799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08" indent="-305908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799" kern="1200">
          <a:solidFill>
            <a:schemeClr val="tx2"/>
          </a:solidFill>
          <a:latin typeface="+mn-lt"/>
          <a:ea typeface="+mn-ea"/>
          <a:cs typeface="+mn-cs"/>
        </a:defRPr>
      </a:lvl1pPr>
      <a:lvl2pPr marL="629811" indent="-305908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30" indent="-269919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627" indent="-233930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519" indent="-233930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43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34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25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16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gif"/><Relationship Id="rId3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cs-CZ" dirty="0"/>
              <a:t>Silnoproudá a přístrojová elektrotechnika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cs-CZ" dirty="0"/>
              <a:t>Cvičení 1 – seznámení s vybavením laboratoře</a:t>
            </a:r>
          </a:p>
        </p:txBody>
      </p:sp>
    </p:spTree>
    <p:extLst>
      <p:ext uri="{BB962C8B-B14F-4D97-AF65-F5344CB8AC3E}">
        <p14:creationId xmlns:p14="http://schemas.microsoft.com/office/powerpoint/2010/main" val="296726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36DA78-97A7-41B9-ABC2-5E161BD2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Měřicí technika - </a:t>
            </a:r>
            <a:r>
              <a:rPr lang="cs-CZ" dirty="0" err="1"/>
              <a:t>multimetr</a:t>
            </a:r>
            <a:endParaRPr lang="cs-CZ" dirty="0"/>
          </a:p>
        </p:txBody>
      </p:sp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239C7728-125F-4AAC-A864-BC6ED6030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52" y="2204864"/>
            <a:ext cx="2160240" cy="4304280"/>
          </a:xfr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44344E02-14B2-4704-8071-9F7F04462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556" y="2947569"/>
            <a:ext cx="2811577" cy="3173338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A4041101-1547-4883-A42D-3BBDCAA81EDA}"/>
              </a:ext>
            </a:extLst>
          </p:cNvPr>
          <p:cNvSpPr txBox="1"/>
          <p:nvPr/>
        </p:nvSpPr>
        <p:spPr>
          <a:xfrm>
            <a:off x="585216" y="1988840"/>
            <a:ext cx="5688632" cy="3785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dirty="0"/>
              <a:t>Kombinuje měření</a:t>
            </a:r>
          </a:p>
          <a:p>
            <a:pPr marL="742950" lvl="1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b="1" dirty="0"/>
              <a:t>Napětí</a:t>
            </a:r>
          </a:p>
          <a:p>
            <a:pPr marL="742950" lvl="1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b="1" dirty="0"/>
              <a:t>Proudu</a:t>
            </a:r>
          </a:p>
          <a:p>
            <a:pPr marL="742950" lvl="1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b="1" dirty="0"/>
              <a:t>Odporu</a:t>
            </a:r>
          </a:p>
          <a:p>
            <a:pPr marL="742950" lvl="1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dirty="0"/>
              <a:t>Kapacity</a:t>
            </a:r>
          </a:p>
          <a:p>
            <a:pPr marL="742950" lvl="1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dirty="0"/>
              <a:t>Indukce</a:t>
            </a:r>
          </a:p>
          <a:p>
            <a:pPr marL="285750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dirty="0"/>
              <a:t>Často další funkce</a:t>
            </a:r>
          </a:p>
          <a:p>
            <a:pPr marL="742950" lvl="1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dirty="0"/>
              <a:t>Měření teploty</a:t>
            </a:r>
          </a:p>
          <a:p>
            <a:pPr marL="742950" lvl="1" indent="-285750">
              <a:buClr>
                <a:schemeClr val="accent2"/>
              </a:buClr>
              <a:buFont typeface="Wingdings 2" pitchFamily="18" charset="2"/>
              <a:buChar char=""/>
            </a:pPr>
            <a:r>
              <a:rPr lang="cs-CZ" sz="2400" dirty="0"/>
              <a:t>Testování diod a tranzistorů</a:t>
            </a:r>
          </a:p>
        </p:txBody>
      </p:sp>
    </p:spTree>
    <p:extLst>
      <p:ext uri="{BB962C8B-B14F-4D97-AF65-F5344CB8AC3E}">
        <p14:creationId xmlns:p14="http://schemas.microsoft.com/office/powerpoint/2010/main" val="4182669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14AD1-7176-44BF-A5A2-96971860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Měřicí technika - </a:t>
            </a:r>
            <a:r>
              <a:rPr lang="cs-CZ" dirty="0" err="1"/>
              <a:t>multimetr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F21AD92-4934-4CED-8E7C-5C6BEF39F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41" y="1724994"/>
            <a:ext cx="5513371" cy="4200831"/>
          </a:xfrm>
        </p:spPr>
        <p:txBody>
          <a:bodyPr>
            <a:normAutofit/>
          </a:bodyPr>
          <a:lstStyle/>
          <a:p>
            <a:r>
              <a:rPr lang="cs-CZ" sz="2400" dirty="0"/>
              <a:t>Výběr funkce závisí na</a:t>
            </a:r>
          </a:p>
          <a:p>
            <a:pPr lvl="1"/>
            <a:r>
              <a:rPr lang="cs-CZ" sz="2400" dirty="0"/>
              <a:t>Otočném voliči</a:t>
            </a:r>
          </a:p>
          <a:p>
            <a:pPr lvl="1"/>
            <a:r>
              <a:rPr lang="cs-CZ" sz="2400" dirty="0"/>
              <a:t>Zapojení sond</a:t>
            </a:r>
          </a:p>
          <a:p>
            <a:pPr lvl="2"/>
            <a:r>
              <a:rPr lang="cs-CZ" sz="2000" dirty="0"/>
              <a:t>Černá sonda téměř vždy </a:t>
            </a:r>
            <a:r>
              <a:rPr lang="cs-CZ" sz="2000" b="1" dirty="0"/>
              <a:t>COM</a:t>
            </a:r>
          </a:p>
          <a:p>
            <a:pPr lvl="2"/>
            <a:r>
              <a:rPr lang="cs-CZ" sz="2000" dirty="0"/>
              <a:t>Červená podle zvoleného režimu</a:t>
            </a:r>
          </a:p>
        </p:txBody>
      </p:sp>
      <p:pic>
        <p:nvPicPr>
          <p:cNvPr id="4" name="Zástupný symbol pro obsah 4">
            <a:extLst>
              <a:ext uri="{FF2B5EF4-FFF2-40B4-BE49-F238E27FC236}">
                <a16:creationId xmlns:a16="http://schemas.microsoft.com/office/drawing/2014/main" id="{54C5CC05-4682-4AAD-BE1A-885186CC2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625" y="1874519"/>
            <a:ext cx="2317549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0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14AD1-7176-44BF-A5A2-96971860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Měřicí technika - </a:t>
            </a:r>
            <a:r>
              <a:rPr lang="cs-CZ" dirty="0" err="1"/>
              <a:t>multimetr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F21AD92-4934-4CED-8E7C-5C6BEF39F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41" y="1724994"/>
            <a:ext cx="5513371" cy="4200831"/>
          </a:xfrm>
        </p:spPr>
        <p:txBody>
          <a:bodyPr>
            <a:normAutofit/>
          </a:bodyPr>
          <a:lstStyle/>
          <a:p>
            <a:r>
              <a:rPr lang="cs-CZ" sz="2000" dirty="0"/>
              <a:t>Příklad – měření proudu a napětí v obvodu</a:t>
            </a:r>
          </a:p>
          <a:p>
            <a:r>
              <a:rPr lang="cs-CZ" sz="2000" dirty="0"/>
              <a:t>Proud měříme </a:t>
            </a:r>
            <a:r>
              <a:rPr lang="cs-CZ" sz="2000" b="1" dirty="0"/>
              <a:t>V</a:t>
            </a:r>
            <a:r>
              <a:rPr lang="cs-CZ" sz="2000" dirty="0"/>
              <a:t> </a:t>
            </a:r>
            <a:r>
              <a:rPr lang="cs-CZ" sz="2000" b="1" dirty="0"/>
              <a:t>SÉRII</a:t>
            </a:r>
            <a:r>
              <a:rPr lang="cs-CZ" sz="2000" dirty="0"/>
              <a:t> – proud musí protékat </a:t>
            </a:r>
            <a:r>
              <a:rPr lang="cs-CZ" sz="2000" dirty="0" err="1"/>
              <a:t>multimetrem</a:t>
            </a:r>
            <a:endParaRPr lang="cs-CZ" sz="2000" dirty="0"/>
          </a:p>
          <a:p>
            <a:r>
              <a:rPr lang="cs-CZ" sz="2000" dirty="0"/>
              <a:t>Napětí měříme </a:t>
            </a:r>
            <a:r>
              <a:rPr lang="cs-CZ" sz="2000" b="1" dirty="0"/>
              <a:t>PARALELNĚ</a:t>
            </a:r>
            <a:r>
              <a:rPr lang="cs-CZ" sz="2000" dirty="0"/>
              <a:t> k měřené součástce – jedna sonda měří el. potenciál před součástkou a druhá za součástkou</a:t>
            </a:r>
            <a:endParaRPr lang="cs-CZ" sz="1801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4C20E74-1EE9-4F35-9804-16AA70D05F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6" t="1475" b="-472"/>
          <a:stretch/>
        </p:blipFill>
        <p:spPr>
          <a:xfrm>
            <a:off x="6128570" y="2060848"/>
            <a:ext cx="5230015" cy="396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08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01FC0D-2BD3-49AB-9808-C1202250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Měřicí technika – osciloskop</a:t>
            </a:r>
            <a:r>
              <a:rPr lang="cs-CZ" dirty="0" err="1"/>
              <a:t/>
            </a:r>
            <a:r>
              <a:rPr lang="cs-CZ" dirty="0"/>
              <a:t/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61322EC3-87C1-4253-B27F-6D1750589E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5440680"/>
            <a:ext cx="1097280" cy="1097280"/>
          </a:xfrm>
          <a:prstGeom prst="rect">
            <a:avLst/>
          </a:prstGeom>
        </p:spPr>
      </p:pic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3D8E98CE-F490-46D8-829C-E08D03F817C7}"/>
              </a:ext>
            </a:extLst>
          </p:cNvPr>
          <p:cNvSpPr txBox="1">
            <a:spLocks/>
          </p:cNvSpPr>
          <p:nvPr/>
        </p:nvSpPr>
        <p:spPr>
          <a:xfrm>
            <a:off x="581041" y="1893382"/>
            <a:ext cx="4224528" cy="4032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5908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9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811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30" indent="-26991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627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519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43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34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25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16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Měření a zobrazení průběhu napětí</a:t>
            </a:r>
          </a:p>
          <a:p>
            <a:r>
              <a:rPr lang="cs-CZ" sz="2000" dirty="0"/>
              <a:t>2 kanály označené </a:t>
            </a:r>
            <a:r>
              <a:rPr lang="cs-CZ" sz="2000" dirty="0">
                <a:solidFill>
                  <a:srgbClr val="FFC000"/>
                </a:solidFill>
              </a:rPr>
              <a:t>1</a:t>
            </a:r>
            <a:r>
              <a:rPr lang="cs-CZ" sz="2000" dirty="0"/>
              <a:t> a </a:t>
            </a:r>
            <a:r>
              <a:rPr lang="cs-CZ" sz="2000" dirty="0">
                <a:solidFill>
                  <a:srgbClr val="00B050"/>
                </a:solidFill>
              </a:rPr>
              <a:t>2 </a:t>
            </a:r>
            <a:r>
              <a:rPr lang="cs-CZ" sz="2000" dirty="0">
                <a:solidFill>
                  <a:schemeClr val="tx1"/>
                </a:solidFill>
              </a:rPr>
              <a:t>s odpovídající barvou čáry</a:t>
            </a:r>
          </a:p>
          <a:p>
            <a:r>
              <a:rPr lang="cs-CZ" sz="2000" dirty="0">
                <a:solidFill>
                  <a:schemeClr val="tx1"/>
                </a:solidFill>
              </a:rPr>
              <a:t>Sonda </a:t>
            </a:r>
          </a:p>
          <a:p>
            <a:pPr lvl="1"/>
            <a:r>
              <a:rPr lang="cs-CZ" sz="1801" dirty="0">
                <a:solidFill>
                  <a:schemeClr val="tx1"/>
                </a:solidFill>
              </a:rPr>
              <a:t>Háček se připíná na měřené místo</a:t>
            </a:r>
          </a:p>
          <a:p>
            <a:pPr lvl="1"/>
            <a:r>
              <a:rPr lang="cs-CZ" sz="1801" dirty="0">
                <a:solidFill>
                  <a:schemeClr val="tx1"/>
                </a:solidFill>
              </a:rPr>
              <a:t>Krokodýlek jde na „zem“</a:t>
            </a:r>
            <a:endParaRPr lang="cs-CZ" sz="1602" dirty="0">
              <a:solidFill>
                <a:srgbClr val="00B050"/>
              </a:solidFill>
            </a:endParaRP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A29E0980-B7F8-4BB9-9BBE-47F46DD4D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480" y="2395728"/>
            <a:ext cx="6812280" cy="380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0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01FC0D-2BD3-49AB-9808-C1202250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Měřicí technika – osciloskop</a:t>
            </a:r>
            <a:r>
              <a:rPr lang="cs-CZ" dirty="0" err="1"/>
              <a:t/>
            </a:r>
            <a:r>
              <a:rPr lang="cs-CZ" dirty="0"/>
              <a:t/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3D8E98CE-F490-46D8-829C-E08D03F817C7}"/>
              </a:ext>
            </a:extLst>
          </p:cNvPr>
          <p:cNvSpPr txBox="1">
            <a:spLocks/>
          </p:cNvSpPr>
          <p:nvPr/>
        </p:nvSpPr>
        <p:spPr>
          <a:xfrm>
            <a:off x="585216" y="5742432"/>
            <a:ext cx="11027664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5908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9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811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30" indent="-26991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627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519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43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34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25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16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Nastavení vertikální osy – pro jednotlivé kanály, kolik voltů je jeden dílek</a:t>
            </a:r>
          </a:p>
          <a:p>
            <a:r>
              <a:rPr lang="cs-CZ" sz="2000" dirty="0"/>
              <a:t>Nastavení horizontální osy – jaký čas je jeden dílek</a:t>
            </a:r>
            <a:endParaRPr lang="cs-CZ" sz="1801" dirty="0">
              <a:solidFill>
                <a:srgbClr val="00B050"/>
              </a:solidFill>
            </a:endParaRP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A29E0980-B7F8-4BB9-9BBE-47F46DD4D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20" y="1874519"/>
            <a:ext cx="6629400" cy="3703320"/>
          </a:xfrm>
          <a:prstGeom prst="rect">
            <a:avLst/>
          </a:prstGeom>
        </p:spPr>
      </p:pic>
      <p:cxnSp>
        <p:nvCxnSpPr>
          <p:cNvPr id="4" name="Přímá spojnice se šipkou 3">
            <a:extLst>
              <a:ext uri="{FF2B5EF4-FFF2-40B4-BE49-F238E27FC236}">
                <a16:creationId xmlns:a16="http://schemas.microsoft.com/office/drawing/2014/main" id="{9B285A2D-56B4-4F9C-A991-4A58C3B66166}"/>
              </a:ext>
            </a:extLst>
          </p:cNvPr>
          <p:cNvCxnSpPr>
            <a:cxnSpLocks/>
          </p:cNvCxnSpPr>
          <p:nvPr/>
        </p:nvCxnSpPr>
        <p:spPr>
          <a:xfrm flipV="1">
            <a:off x="5976249" y="4192136"/>
            <a:ext cx="1129453" cy="1431424"/>
          </a:xfrm>
          <a:prstGeom prst="straightConnector1">
            <a:avLst/>
          </a:prstGeom>
          <a:ln w="889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Přímá spojnice se šipkou 7">
            <a:extLst>
              <a:ext uri="{FF2B5EF4-FFF2-40B4-BE49-F238E27FC236}">
                <a16:creationId xmlns:a16="http://schemas.microsoft.com/office/drawing/2014/main" id="{64D9B4DD-7E70-44B6-8FBA-3371CD20FBA9}"/>
              </a:ext>
            </a:extLst>
          </p:cNvPr>
          <p:cNvCxnSpPr>
            <a:cxnSpLocks/>
          </p:cNvCxnSpPr>
          <p:nvPr/>
        </p:nvCxnSpPr>
        <p:spPr>
          <a:xfrm flipH="1" flipV="1">
            <a:off x="3570022" y="2806432"/>
            <a:ext cx="2308013" cy="2817128"/>
          </a:xfrm>
          <a:prstGeom prst="straightConnector1">
            <a:avLst/>
          </a:prstGeom>
          <a:ln w="889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římá spojnice se šipkou 12">
            <a:extLst>
              <a:ext uri="{FF2B5EF4-FFF2-40B4-BE49-F238E27FC236}">
                <a16:creationId xmlns:a16="http://schemas.microsoft.com/office/drawing/2014/main" id="{943036F5-BC36-4015-A75A-7814D2CAEF9B}"/>
              </a:ext>
            </a:extLst>
          </p:cNvPr>
          <p:cNvCxnSpPr>
            <a:cxnSpLocks/>
          </p:cNvCxnSpPr>
          <p:nvPr/>
        </p:nvCxnSpPr>
        <p:spPr>
          <a:xfrm flipV="1">
            <a:off x="6756225" y="3032268"/>
            <a:ext cx="742330" cy="2591292"/>
          </a:xfrm>
          <a:prstGeom prst="straightConnector1">
            <a:avLst/>
          </a:prstGeom>
          <a:ln w="889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nice se šipkou 13">
            <a:extLst>
              <a:ext uri="{FF2B5EF4-FFF2-40B4-BE49-F238E27FC236}">
                <a16:creationId xmlns:a16="http://schemas.microsoft.com/office/drawing/2014/main" id="{EB483791-DEEE-43EA-8459-1C83F76201A8}"/>
              </a:ext>
            </a:extLst>
          </p:cNvPr>
          <p:cNvCxnSpPr>
            <a:cxnSpLocks/>
          </p:cNvCxnSpPr>
          <p:nvPr/>
        </p:nvCxnSpPr>
        <p:spPr>
          <a:xfrm flipH="1" flipV="1">
            <a:off x="5337863" y="2823753"/>
            <a:ext cx="1339785" cy="2799807"/>
          </a:xfrm>
          <a:prstGeom prst="straightConnector1">
            <a:avLst/>
          </a:prstGeom>
          <a:ln w="889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1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01FC0D-2BD3-49AB-9808-C1202250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Měřicí technika – osciloskop: další nastavení</a:t>
            </a:r>
            <a:r>
              <a:rPr lang="cs-CZ" dirty="0" err="1"/>
              <a:t/>
            </a:r>
            <a:r>
              <a:rPr lang="cs-CZ" dirty="0"/>
              <a:t/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E403D3B-9787-4BE8-8023-D29072DA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5440680"/>
            <a:ext cx="11027664" cy="822960"/>
          </a:xfrm>
        </p:spPr>
        <p:txBody>
          <a:bodyPr/>
          <a:lstStyle/>
          <a:p>
            <a:r>
              <a:rPr lang="cs-CZ" dirty="0"/>
              <a:t>Další důležitá nastavení – DC vs. AC, Útlum sondy, Režimy kurzoru a měření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0FD98E4-46CD-4404-9036-9D52EFCE8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515" y="1874519"/>
            <a:ext cx="621792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2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">
            <a:extLst>
              <a:ext uri="{FF2B5EF4-FFF2-40B4-BE49-F238E27FC236}">
                <a16:creationId xmlns:a16="http://schemas.microsoft.com/office/drawing/2014/main" id="{DA0E690D-394E-4227-ACD6-118D5A5B8633}"/>
              </a:ext>
            </a:extLst>
          </p:cNvPr>
          <p:cNvSpPr txBox="1">
            <a:spLocks/>
          </p:cNvSpPr>
          <p:nvPr/>
        </p:nvSpPr>
        <p:spPr>
          <a:xfrm>
            <a:off x="581041" y="692696"/>
            <a:ext cx="11026744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2799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dirty="0"/>
              <a:t>Laboratorní zdroj napětí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7079EEF1-E3C9-46FB-8A0F-801C58AEC2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5" r="9281" b="3375"/>
          <a:stretch/>
        </p:blipFill>
        <p:spPr>
          <a:xfrm>
            <a:off x="117749" y="1844824"/>
            <a:ext cx="6264696" cy="4123184"/>
          </a:xfrm>
          <a:prstGeom prst="rect">
            <a:avLst/>
          </a:prstGeom>
        </p:spPr>
      </p:pic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597A6599-A8C6-4B79-9F37-83BDEA811EFC}"/>
              </a:ext>
            </a:extLst>
          </p:cNvPr>
          <p:cNvSpPr txBox="1">
            <a:spLocks/>
          </p:cNvSpPr>
          <p:nvPr/>
        </p:nvSpPr>
        <p:spPr>
          <a:xfrm>
            <a:off x="6238428" y="1268760"/>
            <a:ext cx="5832648" cy="4699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5908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9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811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30" indent="-26991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627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519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43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34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25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16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000" dirty="0">
              <a:solidFill>
                <a:srgbClr val="00B050"/>
              </a:solidFill>
            </a:endParaRPr>
          </a:p>
          <a:p>
            <a:r>
              <a:rPr lang="cs-CZ" sz="2000" dirty="0">
                <a:solidFill>
                  <a:schemeClr val="tx1"/>
                </a:solidFill>
              </a:rPr>
              <a:t>Slouží jako zdroj </a:t>
            </a:r>
            <a:r>
              <a:rPr lang="cs-CZ" sz="2000" b="1" dirty="0">
                <a:solidFill>
                  <a:schemeClr val="tx1"/>
                </a:solidFill>
              </a:rPr>
              <a:t>STEJNOSMĚRNÉHO</a:t>
            </a:r>
            <a:r>
              <a:rPr lang="cs-CZ" sz="2000" dirty="0">
                <a:solidFill>
                  <a:schemeClr val="tx1"/>
                </a:solidFill>
              </a:rPr>
              <a:t> napětí</a:t>
            </a:r>
          </a:p>
          <a:p>
            <a:r>
              <a:rPr lang="cs-CZ" sz="2000" dirty="0">
                <a:solidFill>
                  <a:schemeClr val="tx1"/>
                </a:solidFill>
              </a:rPr>
              <a:t>2 nastavitelné jemně nastavitelné zdroje (CH 1 a 2)</a:t>
            </a:r>
          </a:p>
          <a:p>
            <a:pPr lvl="1"/>
            <a:r>
              <a:rPr lang="cs-CZ" sz="1801" dirty="0">
                <a:solidFill>
                  <a:schemeClr val="tx1"/>
                </a:solidFill>
              </a:rPr>
              <a:t>Napětí od 0 do 30 V</a:t>
            </a:r>
          </a:p>
          <a:p>
            <a:pPr lvl="1"/>
            <a:r>
              <a:rPr lang="cs-CZ" sz="1801" dirty="0">
                <a:solidFill>
                  <a:schemeClr val="tx1"/>
                </a:solidFill>
              </a:rPr>
              <a:t>Možnost nastavení maximálního proudu</a:t>
            </a:r>
          </a:p>
          <a:p>
            <a:pPr lvl="1"/>
            <a:r>
              <a:rPr lang="cs-CZ" sz="1801" dirty="0">
                <a:solidFill>
                  <a:schemeClr val="tx1"/>
                </a:solidFill>
              </a:rPr>
              <a:t>Spuštění napětí na výstupu tlačítkem</a:t>
            </a:r>
          </a:p>
          <a:p>
            <a:r>
              <a:rPr lang="cs-CZ" sz="2000" dirty="0">
                <a:solidFill>
                  <a:schemeClr val="tx1"/>
                </a:solidFill>
              </a:rPr>
              <a:t>Třetí zdroj s „pevným“ napětím bez možnosti nastavit proud (</a:t>
            </a:r>
            <a:r>
              <a:rPr lang="cs-CZ" sz="2000" dirty="0" err="1">
                <a:solidFill>
                  <a:schemeClr val="tx1"/>
                </a:solidFill>
              </a:rPr>
              <a:t>max</a:t>
            </a:r>
            <a:r>
              <a:rPr lang="cs-CZ" sz="2000" dirty="0">
                <a:solidFill>
                  <a:schemeClr val="tx1"/>
                </a:solidFill>
              </a:rPr>
              <a:t> 3A)</a:t>
            </a:r>
          </a:p>
        </p:txBody>
      </p:sp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D5AC6B5D-07D7-4C87-A906-CB7F7C9DBD86}"/>
              </a:ext>
            </a:extLst>
          </p:cNvPr>
          <p:cNvCxnSpPr>
            <a:cxnSpLocks/>
          </p:cNvCxnSpPr>
          <p:nvPr/>
        </p:nvCxnSpPr>
        <p:spPr>
          <a:xfrm flipH="1" flipV="1">
            <a:off x="5590356" y="2636912"/>
            <a:ext cx="1224136" cy="864096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římá spojnice se šipkou 10">
            <a:extLst>
              <a:ext uri="{FF2B5EF4-FFF2-40B4-BE49-F238E27FC236}">
                <a16:creationId xmlns:a16="http://schemas.microsoft.com/office/drawing/2014/main" id="{E30E8217-8919-4570-B55D-62A20B67EC27}"/>
              </a:ext>
            </a:extLst>
          </p:cNvPr>
          <p:cNvCxnSpPr>
            <a:cxnSpLocks/>
          </p:cNvCxnSpPr>
          <p:nvPr/>
        </p:nvCxnSpPr>
        <p:spPr>
          <a:xfrm flipH="1" flipV="1">
            <a:off x="5662364" y="3618384"/>
            <a:ext cx="1044116" cy="288032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římá spojnice se šipkou 12">
            <a:extLst>
              <a:ext uri="{FF2B5EF4-FFF2-40B4-BE49-F238E27FC236}">
                <a16:creationId xmlns:a16="http://schemas.microsoft.com/office/drawing/2014/main" id="{04AD62F7-D012-4118-BBFB-6DE9DDDAB869}"/>
              </a:ext>
            </a:extLst>
          </p:cNvPr>
          <p:cNvCxnSpPr>
            <a:cxnSpLocks/>
          </p:cNvCxnSpPr>
          <p:nvPr/>
        </p:nvCxnSpPr>
        <p:spPr>
          <a:xfrm flipH="1" flipV="1">
            <a:off x="5092013" y="3906416"/>
            <a:ext cx="1495031" cy="462352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nice se šipkou 15">
            <a:extLst>
              <a:ext uri="{FF2B5EF4-FFF2-40B4-BE49-F238E27FC236}">
                <a16:creationId xmlns:a16="http://schemas.microsoft.com/office/drawing/2014/main" id="{43031A4B-5AED-4C56-9D19-54664944DB65}"/>
              </a:ext>
            </a:extLst>
          </p:cNvPr>
          <p:cNvCxnSpPr>
            <a:cxnSpLocks/>
          </p:cNvCxnSpPr>
          <p:nvPr/>
        </p:nvCxnSpPr>
        <p:spPr>
          <a:xfrm flipH="1">
            <a:off x="5338328" y="4774176"/>
            <a:ext cx="1248716" cy="455024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nak násobení 18">
            <a:extLst>
              <a:ext uri="{FF2B5EF4-FFF2-40B4-BE49-F238E27FC236}">
                <a16:creationId xmlns:a16="http://schemas.microsoft.com/office/drawing/2014/main" id="{52E6DDA6-5884-465F-B540-FA199584F37E}"/>
              </a:ext>
            </a:extLst>
          </p:cNvPr>
          <p:cNvSpPr/>
          <p:nvPr/>
        </p:nvSpPr>
        <p:spPr>
          <a:xfrm>
            <a:off x="3070076" y="4653136"/>
            <a:ext cx="1008112" cy="887072"/>
          </a:xfrm>
          <a:prstGeom prst="mathMultiply">
            <a:avLst/>
          </a:prstGeom>
          <a:solidFill>
            <a:srgbClr val="FF0000">
              <a:alpha val="51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764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CDD7DF-C188-4012-9854-08B51C7B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Funkční generátor</a:t>
            </a:r>
          </a:p>
        </p:txBody>
      </p:sp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AA970389-9169-4642-8105-F58F76EA4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2103120"/>
            <a:ext cx="5715000" cy="3200400"/>
          </a:xfrm>
        </p:spPr>
      </p:pic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425E0AC1-0B74-45A4-B823-C15E9667B18A}"/>
              </a:ext>
            </a:extLst>
          </p:cNvPr>
          <p:cNvSpPr txBox="1">
            <a:spLocks/>
          </p:cNvSpPr>
          <p:nvPr/>
        </p:nvSpPr>
        <p:spPr>
          <a:xfrm>
            <a:off x="6309360" y="1874519"/>
            <a:ext cx="5577840" cy="4206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5908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9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811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30" indent="-26991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627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519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43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34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25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16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Střídavý generátor</a:t>
            </a:r>
          </a:p>
          <a:p>
            <a:r>
              <a:rPr lang="cs-CZ" sz="2000" dirty="0">
                <a:solidFill>
                  <a:schemeClr val="tx1"/>
                </a:solidFill>
              </a:rPr>
              <a:t>FUNC – typ průběhu (sinusovka, pila, obdélník…)</a:t>
            </a:r>
          </a:p>
          <a:p>
            <a:r>
              <a:rPr lang="cs-CZ" sz="2000" dirty="0">
                <a:solidFill>
                  <a:schemeClr val="tx1"/>
                </a:solidFill>
              </a:rPr>
              <a:t>FREQ – nastavení frekvence</a:t>
            </a:r>
          </a:p>
          <a:p>
            <a:r>
              <a:rPr lang="cs-CZ" sz="2000" dirty="0">
                <a:solidFill>
                  <a:schemeClr val="tx1"/>
                </a:solidFill>
              </a:rPr>
              <a:t>AMPL – nastavení amplitudy</a:t>
            </a:r>
          </a:p>
          <a:p>
            <a:r>
              <a:rPr lang="cs-CZ" sz="2000" dirty="0">
                <a:solidFill>
                  <a:schemeClr val="tx1"/>
                </a:solidFill>
              </a:rPr>
              <a:t>OFST – posun průběhu o X voltů nahoru/dolů</a:t>
            </a:r>
          </a:p>
          <a:p>
            <a:r>
              <a:rPr lang="cs-CZ" sz="2000" dirty="0">
                <a:solidFill>
                  <a:schemeClr val="tx1"/>
                </a:solidFill>
              </a:rPr>
              <a:t>DUTY – střída u obdélníkového signálu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EBFB52F-87DB-4AB5-BC7A-21049A7B52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20" y="5303520"/>
            <a:ext cx="1417320" cy="14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5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948682-89AA-495E-86D8-3664C2DB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Nepájivé pole</a:t>
            </a:r>
            <a:r>
              <a:rPr lang="cs-CZ" dirty="0"/>
              <a:t/>
            </a:r>
          </a:p>
        </p:txBody>
      </p:sp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1E865F5F-8C87-41A1-AEF0-B54E536AD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3"/>
          <a:stretch/>
        </p:blipFill>
        <p:spPr>
          <a:xfrm rot="5400000">
            <a:off x="5989320" y="4206240"/>
            <a:ext cx="3931920" cy="2286000"/>
          </a:xfr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5DD424D-EEF3-4A6F-B5D2-A543E4394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86600" y="1874519"/>
            <a:ext cx="4663440" cy="3114140"/>
          </a:xfrm>
          <a:prstGeom prst="rect">
            <a:avLst/>
          </a:prstGeom>
        </p:spPr>
      </p:pic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B067F1AD-A6FC-4820-8D60-FC78AA4C7EED}"/>
              </a:ext>
            </a:extLst>
          </p:cNvPr>
          <p:cNvSpPr txBox="1">
            <a:spLocks/>
          </p:cNvSpPr>
          <p:nvPr/>
        </p:nvSpPr>
        <p:spPr>
          <a:xfrm>
            <a:off x="477788" y="1950552"/>
            <a:ext cx="5040560" cy="3828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5908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9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811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30" indent="-26991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627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519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43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34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25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16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Propojování součástek bez pájení</a:t>
            </a:r>
          </a:p>
          <a:p>
            <a:r>
              <a:rPr lang="cs-CZ" sz="2000" dirty="0">
                <a:solidFill>
                  <a:schemeClr val="tx1"/>
                </a:solidFill>
              </a:rPr>
              <a:t>Propojené zdířky tvoří „uzel“ pro propojení dvou či více součástek</a:t>
            </a:r>
          </a:p>
          <a:p>
            <a:r>
              <a:rPr lang="cs-CZ" sz="2000" dirty="0">
                <a:solidFill>
                  <a:schemeClr val="tx1"/>
                </a:solidFill>
              </a:rPr>
              <a:t>Mezera mezi řádky pro připojení integrovaných obvodů</a:t>
            </a:r>
          </a:p>
          <a:p>
            <a:r>
              <a:rPr lang="cs-CZ" sz="2000" dirty="0">
                <a:solidFill>
                  <a:schemeClr val="tx1"/>
                </a:solidFill>
              </a:rPr>
              <a:t>Dlouhé sloupce pro přivedení napájení</a:t>
            </a:r>
          </a:p>
          <a:p>
            <a:pPr lvl="1"/>
            <a:r>
              <a:rPr lang="cs-CZ" sz="1801" dirty="0">
                <a:solidFill>
                  <a:schemeClr val="tx1"/>
                </a:solidFill>
              </a:rPr>
              <a:t>Pozor na délku propojení (značení barvou)</a:t>
            </a:r>
          </a:p>
          <a:p>
            <a:pPr lvl="1"/>
            <a:endParaRPr lang="cs-CZ" sz="1801" dirty="0">
              <a:solidFill>
                <a:schemeClr val="tx1"/>
              </a:solidFill>
            </a:endParaRP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4588AF16-31B5-4343-9225-63BFE935FDB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3" t="11679" r="9374" b="11409"/>
          <a:stretch/>
        </p:blipFill>
        <p:spPr>
          <a:xfrm>
            <a:off x="5817970" y="4149080"/>
            <a:ext cx="4104456" cy="2389455"/>
          </a:xfrm>
          <a:prstGeom prst="rect">
            <a:avLst/>
          </a:prstGeom>
        </p:spPr>
      </p:pic>
      <p:cxnSp>
        <p:nvCxnSpPr>
          <p:cNvPr id="11" name="Přímá spojnice se šipkou 10">
            <a:extLst>
              <a:ext uri="{FF2B5EF4-FFF2-40B4-BE49-F238E27FC236}">
                <a16:creationId xmlns:a16="http://schemas.microsoft.com/office/drawing/2014/main" id="{17AD7C67-0461-4A46-9D23-D44F5FD7492A}"/>
              </a:ext>
            </a:extLst>
          </p:cNvPr>
          <p:cNvCxnSpPr>
            <a:cxnSpLocks/>
          </p:cNvCxnSpPr>
          <p:nvPr/>
        </p:nvCxnSpPr>
        <p:spPr>
          <a:xfrm>
            <a:off x="4038330" y="3861048"/>
            <a:ext cx="4216322" cy="1152128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80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530352" y="1989835"/>
            <a:ext cx="3054096" cy="3747008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C1FCB0-B824-4686-8430-17EACE11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Příklady zapojení na </a:t>
            </a:r>
            <a:r>
              <a:rPr lang="cs-CZ" dirty="0" err="1"/>
              <a:t>nepájivém</a:t>
            </a:r>
            <a:r>
              <a:rPr lang="cs-CZ" dirty="0"/>
              <a:t> poli</a:t>
            </a:r>
          </a:p>
        </p:txBody>
      </p:sp>
      <p:pic>
        <p:nvPicPr>
          <p:cNvPr id="10" name="Picture 9" descr="sch_ser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099563"/>
            <a:ext cx="2834640" cy="3527552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F5413E3-C2E3-4E43-8E70-4A8D679760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6" t="16938" r="8696" b="21106"/>
          <a:stretch/>
        </p:blipFill>
        <p:spPr>
          <a:xfrm>
            <a:off x="3977639" y="2011679"/>
            <a:ext cx="3703320" cy="370332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467D91E6-9FF7-4950-BCC2-C626B696866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1" t="5901" r="3800" b="42650"/>
          <a:stretch/>
        </p:blipFill>
        <p:spPr>
          <a:xfrm>
            <a:off x="8092440" y="2375940"/>
            <a:ext cx="3703320" cy="297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63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530352" y="1852675"/>
            <a:ext cx="3054096" cy="3747008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1E5E2A73-B507-404C-974F-B4EBB8C577B8}"/>
              </a:ext>
            </a:extLst>
          </p:cNvPr>
          <p:cNvSpPr txBox="1">
            <a:spLocks/>
          </p:cNvSpPr>
          <p:nvPr/>
        </p:nvSpPr>
        <p:spPr>
          <a:xfrm>
            <a:off x="577939" y="692696"/>
            <a:ext cx="11026744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2799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dirty="0"/>
              <a:t>Příklady zapojení na </a:t>
            </a:r>
            <a:r>
              <a:rPr lang="cs-CZ" dirty="0" err="1"/>
              <a:t>nepájivém</a:t>
            </a:r>
            <a:r>
              <a:rPr lang="cs-CZ" dirty="0"/>
              <a:t> poli</a:t>
            </a:r>
          </a:p>
        </p:txBody>
      </p:sp>
      <p:pic>
        <p:nvPicPr>
          <p:cNvPr id="14" name="Picture 13" descr="sch_ser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962403"/>
            <a:ext cx="2834640" cy="3527552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83FD9047-30E8-455F-A480-DDBB963D3EB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1" b="44930"/>
          <a:stretch/>
        </p:blipFill>
        <p:spPr>
          <a:xfrm>
            <a:off x="3977639" y="2285278"/>
            <a:ext cx="3703320" cy="2881802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4E619547-B5CA-4FD9-9502-6923D5C060A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3750" r="1001" b="17451"/>
          <a:stretch/>
        </p:blipFill>
        <p:spPr>
          <a:xfrm>
            <a:off x="8092440" y="2259825"/>
            <a:ext cx="3703320" cy="2932709"/>
          </a:xfrm>
          <a:prstGeom prst="rect">
            <a:avLst/>
          </a:prstGeom>
        </p:spPr>
      </p:pic>
      <p:sp>
        <p:nvSpPr>
          <p:cNvPr id="12" name="TextovéPole 11">
            <a:extLst>
              <a:ext uri="{FF2B5EF4-FFF2-40B4-BE49-F238E27FC236}">
                <a16:creationId xmlns:a16="http://schemas.microsoft.com/office/drawing/2014/main" id="{C97BB609-287C-4371-9AC8-9AA695964613}"/>
              </a:ext>
            </a:extLst>
          </p:cNvPr>
          <p:cNvSpPr txBox="1"/>
          <p:nvPr/>
        </p:nvSpPr>
        <p:spPr>
          <a:xfrm>
            <a:off x="3977639" y="5742432"/>
            <a:ext cx="3703320" cy="42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cs-CZ" dirty="0" sz="1200" i="1">
                <a:solidFill>
                  <a:srgbClr val="969FA7"/>
                </a:solidFill>
              </a:rPr>
              <a:t>Správné, ale je zde jeden zbytečný drát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19FC3402-AA26-4BA4-AE4C-9CD4B2240E82}"/>
              </a:ext>
            </a:extLst>
          </p:cNvPr>
          <p:cNvSpPr txBox="1"/>
          <p:nvPr/>
        </p:nvSpPr>
        <p:spPr>
          <a:xfrm>
            <a:off x="8092440" y="5742432"/>
            <a:ext cx="3703320" cy="42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cs-CZ" dirty="0" sz="1200" i="1">
                <a:solidFill>
                  <a:srgbClr val="969FA7"/>
                </a:solidFill>
              </a:rPr>
              <a:t>Fungovat bude, ale dráty snižují přehlednost</a:t>
            </a:r>
          </a:p>
        </p:txBody>
      </p:sp>
    </p:spTree>
    <p:extLst>
      <p:ext uri="{BB962C8B-B14F-4D97-AF65-F5344CB8AC3E}">
        <p14:creationId xmlns:p14="http://schemas.microsoft.com/office/powerpoint/2010/main" val="329781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E144F1-4AB5-4027-A171-D9B53766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Špatná zapojení</a:t>
            </a:r>
          </a:p>
        </p:txBody>
      </p:sp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12523E8D-2621-42A7-A3E6-18F20F22C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35" r="16066" b="21050"/>
          <a:stretch/>
        </p:blipFill>
        <p:spPr>
          <a:xfrm>
            <a:off x="1256824" y="1828800"/>
            <a:ext cx="4252911" cy="3703320"/>
          </a:xfr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2EFE719A-07D6-4102-B634-2B197C3BEC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8" t="10500" r="12988" b="24400"/>
          <a:stretch/>
        </p:blipFill>
        <p:spPr>
          <a:xfrm rot="5400000">
            <a:off x="6807118" y="1828800"/>
            <a:ext cx="3942243" cy="3703320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842192D3-7706-4D72-A486-8B0A09C63403}"/>
              </a:ext>
            </a:extLst>
          </p:cNvPr>
          <p:cNvSpPr txBox="1"/>
          <p:nvPr/>
        </p:nvSpPr>
        <p:spPr>
          <a:xfrm>
            <a:off x="960120" y="5687568"/>
            <a:ext cx="4846320" cy="56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 sz="1200" i="1">
                <a:solidFill>
                  <a:srgbClr val="969FA7"/>
                </a:solidFill>
              </a:rPr>
              <a:t>Proud nepoteče – konce rezistorů nejsou spojené (chyba o 1 řádek)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8C17F64E-7A1E-43CC-AE58-9BEE20DE208D}"/>
              </a:ext>
            </a:extLst>
          </p:cNvPr>
          <p:cNvSpPr txBox="1"/>
          <p:nvPr/>
        </p:nvSpPr>
        <p:spPr>
          <a:xfrm>
            <a:off x="6355080" y="5687568"/>
            <a:ext cx="4846320" cy="56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 sz="1200" i="1">
                <a:solidFill>
                  <a:srgbClr val="969FA7"/>
                </a:solidFill>
              </a:rPr>
              <a:t>Proud poteče, ale pouze přes první rezistor – druhý rezistor má oba konce v jednom uzlu</a:t>
            </a:r>
          </a:p>
        </p:txBody>
      </p:sp>
    </p:spTree>
    <p:extLst>
      <p:ext uri="{BB962C8B-B14F-4D97-AF65-F5344CB8AC3E}">
        <p14:creationId xmlns:p14="http://schemas.microsoft.com/office/powerpoint/2010/main" val="523175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644652" y="1764791"/>
            <a:ext cx="4197096" cy="419709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699D57-DC57-42EB-96E9-5A88D011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zapojit paralelně 2 součástky?</a:t>
            </a:r>
          </a:p>
        </p:txBody>
      </p:sp>
      <p:pic>
        <p:nvPicPr>
          <p:cNvPr id="7" name="Picture 6" descr="sch_paral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874519"/>
            <a:ext cx="3977639" cy="3977639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EBC77612-0C9B-47CC-A8EE-953C5D633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098041" y="1874519"/>
            <a:ext cx="2903197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85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644652" y="1764791"/>
            <a:ext cx="4197096" cy="419709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699D57-DC57-42EB-96E9-5A88D011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zapojit paralelně 2 součástky?</a:t>
            </a:r>
          </a:p>
        </p:txBody>
      </p:sp>
      <p:pic>
        <p:nvPicPr>
          <p:cNvPr id="7" name="Picture 6" descr="sch_paral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874519"/>
            <a:ext cx="3977639" cy="3977639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EBC77612-0C9B-47CC-A8EE-953C5D633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19195" y="1874519"/>
            <a:ext cx="2860888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19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7270786" y="1764791"/>
            <a:ext cx="3746427" cy="460857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8501926-C617-46F3-9BF8-3F973B22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 1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52EBFEB-125A-4DAB-AF70-DF9317F0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2011680"/>
            <a:ext cx="5760720" cy="1554480"/>
          </a:xfrm>
        </p:spPr>
        <p:txBody>
          <a:bodyPr/>
          <a:lstStyle/>
          <a:p>
            <a:r>
              <a:rPr lang="cs-CZ" dirty="0"/>
              <a:t>V obvodu spočítejte a následně změřte napětí na R1 a R2 a proud, který jimi protéká</a:t>
            </a:r>
          </a:p>
        </p:txBody>
      </p:sp>
      <p:pic>
        <p:nvPicPr>
          <p:cNvPr id="5" name="Picture 4" descr="sch_se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14" y="1874519"/>
            <a:ext cx="3526971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69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516031" y="1719072"/>
            <a:ext cx="5129457" cy="465429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EEFE3BC-445B-4793-AF90-AF3562BF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 1 – řešení</a:t>
            </a:r>
          </a:p>
        </p:txBody>
      </p:sp>
      <p:pic>
        <p:nvPicPr>
          <p:cNvPr id="5" name="Picture 4" descr="sch_ukol1_res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759" y="1828800"/>
            <a:ext cx="4910001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41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7270786" y="1764791"/>
            <a:ext cx="3746427" cy="460857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7FF29A-66DE-4197-8F74-122D3491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 2</a:t>
            </a:r>
          </a:p>
        </p:txBody>
      </p:sp>
      <p:pic>
        <p:nvPicPr>
          <p:cNvPr id="7" name="Picture 6" descr="sch_ukol2_zad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14" y="1874519"/>
            <a:ext cx="3526971" cy="4389120"/>
          </a:xfrm>
          <a:prstGeom prst="rect">
            <a:avLst/>
          </a:prstGeom>
        </p:spPr>
      </p:pic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65D997EA-694E-4D4B-B0FC-DB89D2902223}"/>
              </a:ext>
            </a:extLst>
          </p:cNvPr>
          <p:cNvSpPr txBox="1">
            <a:spLocks/>
          </p:cNvSpPr>
          <p:nvPr/>
        </p:nvSpPr>
        <p:spPr>
          <a:xfrm>
            <a:off x="585216" y="2011680"/>
            <a:ext cx="5760720" cy="182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5908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9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811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30" indent="-26991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627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519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43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34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25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16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V obvodu spočítejte a následně změřte napětí na R1 a R2 a proud, který jimi protéká</a:t>
            </a:r>
          </a:p>
          <a:p>
            <a:r>
              <a:rPr lang="cs-CZ" dirty="0"/>
              <a:t>Zobrazte průběhy napětí na odporech R1 a R2 na osciloskopu</a:t>
            </a:r>
          </a:p>
        </p:txBody>
      </p:sp>
    </p:spTree>
    <p:extLst>
      <p:ext uri="{BB962C8B-B14F-4D97-AF65-F5344CB8AC3E}">
        <p14:creationId xmlns:p14="http://schemas.microsoft.com/office/powerpoint/2010/main" val="153009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516031" y="1719072"/>
            <a:ext cx="5129457" cy="465429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7FF29A-66DE-4197-8F74-122D3491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 2 – řešení</a:t>
            </a:r>
          </a:p>
        </p:txBody>
      </p:sp>
      <p:pic>
        <p:nvPicPr>
          <p:cNvPr id="8" name="Picture 7" descr="sch_ukol2_res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759" y="1828800"/>
            <a:ext cx="4910001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91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953721" y="1719072"/>
            <a:ext cx="8254076" cy="415137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998734-2665-4081-B653-E3008F49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Úkol 2 – řešení: průběhy na osciloskopu</a:t>
            </a:r>
          </a:p>
        </p:txBody>
      </p:sp>
      <p:pic>
        <p:nvPicPr>
          <p:cNvPr id="5" name="Picture 4" descr="scope_uko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49" y="1828800"/>
            <a:ext cx="80346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63449" y="5980176"/>
            <a:ext cx="80346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i="1">
                <a:solidFill>
                  <a:srgbClr val="969FA7"/>
                </a:solidFill>
                <a:latin typeface="Gill Sans MT"/>
              </a:rPr>
              <a:t>Osciloskop měří proti zemi: kanál A = napětí zdroje, kanál B = napětí na R2. Průběh na R1 získáte odečtem A − B.</a:t>
            </a:r>
          </a:p>
        </p:txBody>
      </p:sp>
    </p:spTree>
    <p:extLst>
      <p:ext uri="{BB962C8B-B14F-4D97-AF65-F5344CB8AC3E}">
        <p14:creationId xmlns:p14="http://schemas.microsoft.com/office/powerpoint/2010/main" val="585389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245352" y="2073093"/>
            <a:ext cx="5614416" cy="4083413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15955" y="3959352"/>
            <a:ext cx="3631729" cy="255117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7FF29A-66DE-4197-8F74-122D3491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 3 – časová konstanta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65D997EA-694E-4D4B-B0FC-DB89D2902223}"/>
              </a:ext>
            </a:extLst>
          </p:cNvPr>
          <p:cNvSpPr txBox="1">
            <a:spLocks/>
          </p:cNvSpPr>
          <p:nvPr/>
        </p:nvSpPr>
        <p:spPr>
          <a:xfrm>
            <a:off x="585216" y="1965960"/>
            <a:ext cx="5623560" cy="2011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5908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99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811" indent="-305908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30" indent="-26991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627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519" indent="-233930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43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34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25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160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cs-CZ" dirty="0"/>
              <a:t>Vypočítejte a změřte časovou konstantu RC článku:</a:t>
            </a:r>
          </a:p>
          <a:p>
            <a:pPr lvl="1"/>
            <a:r>
              <a:rPr lang="cs-CZ" dirty="0"/>
              <a:t>rezistorem R = 3,3 kΩ</a:t>
            </a:r>
          </a:p>
          <a:p>
            <a:pPr lvl="1"/>
            <a:r>
              <a:rPr lang="cs-CZ" dirty="0"/>
              <a:t>kondenzátorem C = 1 µF</a:t>
            </a:r>
          </a:p>
          <a:p>
            <a:pPr lvl="1"/>
            <a:r>
              <a:rPr lang="cs-CZ" dirty="0"/>
              <a:t>zdrojem obdélníkového signálu 10 Hz, 10 Vpp</a:t>
            </a:r>
          </a:p>
          <a:p>
            <a:pPr/>
            <a:r>
              <a:rPr lang="cs-CZ" dirty="0"/>
              <a:t>Na osciloskopu odečtěte čas, kdy uC dosáhne 63 % koncové hodnoty, a porovnejte jej s výpočtem τ = R·C.</a:t>
            </a:r>
          </a:p>
        </p:txBody>
      </p:sp>
      <p:pic>
        <p:nvPicPr>
          <p:cNvPr id="8" name="Picture 7" descr="sch_ukol3_zada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683" y="4069080"/>
            <a:ext cx="3412273" cy="2331720"/>
          </a:xfrm>
          <a:prstGeom prst="rect">
            <a:avLst/>
          </a:prstGeom>
        </p:spPr>
      </p:pic>
      <p:pic>
        <p:nvPicPr>
          <p:cNvPr id="10" name="Picture 9" descr="rc_kriv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182821"/>
            <a:ext cx="5394960" cy="386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9058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a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a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a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Motiv Offic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Offic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4AB0282DB1AB44CAE45082B49367F60" ma:contentTypeVersion="17" ma:contentTypeDescription="Vytvoří nový dokument" ma:contentTypeScope="" ma:versionID="1c58cf1e99f76b49fe089013b1384f4d">
  <xsd:schema xmlns:xsd="http://www.w3.org/2001/XMLSchema" xmlns:xs="http://www.w3.org/2001/XMLSchema" xmlns:p="http://schemas.microsoft.com/office/2006/metadata/properties" xmlns:ns3="41133dee-a457-4730-870c-25433c3d4b12" xmlns:ns4="22ff5b4a-dfda-4a51-a097-3a50aa91f50c" targetNamespace="http://schemas.microsoft.com/office/2006/metadata/properties" ma:root="true" ma:fieldsID="a09dfe452b46cc14fae597f99129db43" ns3:_="" ns4:_="">
    <xsd:import namespace="41133dee-a457-4730-870c-25433c3d4b12"/>
    <xsd:import namespace="22ff5b4a-dfda-4a51-a097-3a50aa91f50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SearchProperties" minOccurs="0"/>
                <xsd:element ref="ns4:_activity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133dee-a457-4730-870c-25433c3d4b1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dílené s podrobnostmi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odnota hash upozornění na sdílení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f5b4a-dfda-4a51-a097-3a50aa91f5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ff5b4a-dfda-4a51-a097-3a50aa91f50c" xsi:nil="true"/>
  </documentManagement>
</p:properties>
</file>

<file path=customXml/itemProps1.xml><?xml version="1.0" encoding="utf-8"?>
<ds:datastoreItem xmlns:ds="http://schemas.openxmlformats.org/officeDocument/2006/customXml" ds:itemID="{7CD88A13-C6D9-489D-A48F-7D0BBCBB96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DCDFBD-E41F-44E1-9DFE-C02D349D4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133dee-a457-4730-870c-25433c3d4b12"/>
    <ds:schemaRef ds:uri="22ff5b4a-dfda-4a51-a097-3a50aa91f5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7BC798-8A6D-43B8-9946-957F42F8D3FD}">
  <ds:schemaRefs>
    <ds:schemaRef ds:uri="http://purl.org/dc/elements/1.1/"/>
    <ds:schemaRef ds:uri="http://schemas.microsoft.com/office/infopath/2007/PartnerControls"/>
    <ds:schemaRef ds:uri="http://www.w3.org/XML/1998/namespace"/>
    <ds:schemaRef ds:uri="22ff5b4a-dfda-4a51-a097-3a50aa91f50c"/>
    <ds:schemaRef ds:uri="http://schemas.microsoft.com/office/2006/documentManagement/types"/>
    <ds:schemaRef ds:uri="http://schemas.openxmlformats.org/package/2006/metadata/core-properties"/>
    <ds:schemaRef ds:uri="41133dee-a457-4730-870c-25433c3d4b12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TM03457464[[fn=Dividenda]]</Template>
  <TotalTime>5112</TotalTime>
  <Words>418</Words>
  <Application>Microsoft Office PowerPoint</Application>
  <PresentationFormat>Vlastní</PresentationFormat>
  <Paragraphs>70</Paragraphs>
  <Slides>20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Gill Sans MT</vt:lpstr>
      <vt:lpstr>Wingdings 2</vt:lpstr>
      <vt:lpstr>Dividenda</vt:lpstr>
      <vt:lpstr>Silnoproudá a přístrojová elektrotechnika</vt:lpstr>
      <vt:lpstr>Měřicí technika - multimetr</vt:lpstr>
      <vt:lpstr>Měřicí technika - multimetr</vt:lpstr>
      <vt:lpstr>Měřicí technika - multimetr</vt:lpstr>
      <vt:lpstr>Měřicí technIka - osciloskop</vt:lpstr>
      <vt:lpstr>Měřicí technIka - osciloskop</vt:lpstr>
      <vt:lpstr>Prezentace aplikace PowerPoint</vt:lpstr>
      <vt:lpstr>Prezentace aplikace PowerPoint</vt:lpstr>
      <vt:lpstr>Funkční generátor</vt:lpstr>
      <vt:lpstr>Nepájívé pole</vt:lpstr>
      <vt:lpstr>Příklady zapojení na nepájivém poli</vt:lpstr>
      <vt:lpstr>Prezentace aplikace PowerPoint</vt:lpstr>
      <vt:lpstr>Špatná zapojení</vt:lpstr>
      <vt:lpstr>Jak zapojit paralelně 2 součástky?</vt:lpstr>
      <vt:lpstr>Jak zapojit paralelně 2 součástky?</vt:lpstr>
      <vt:lpstr>Úkol 1</vt:lpstr>
      <vt:lpstr>Úkol 1 - řešení</vt:lpstr>
      <vt:lpstr>Úkol 2</vt:lpstr>
      <vt:lpstr>Úkol 2 - řešení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Rozložení nadpisu</dc:title>
  <dc:creator>Martin Králík</dc:creator>
  <cp:lastModifiedBy>Králík Martin (133972)</cp:lastModifiedBy>
  <cp:revision>24</cp:revision>
  <dcterms:created xsi:type="dcterms:W3CDTF">2023-09-14T10:18:39Z</dcterms:created>
  <dcterms:modified xsi:type="dcterms:W3CDTF">2026-09-10T15:13:00Z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0x010100D4AB0282DB1AB44CAE45082B49367F60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